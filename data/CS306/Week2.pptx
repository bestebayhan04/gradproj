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13"/>
    <p:restoredTop sz="94819"/>
  </p:normalViewPr>
  <p:slideViewPr>
    <p:cSldViewPr snapToGrid="0">
      <p:cViewPr varScale="1">
        <p:scale>
          <a:sx n="138" d="100"/>
          <a:sy n="138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6:44.8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1702 237 24575,'-45'0'0,"-12"0"0,-11 0 0,-12 0 0,-10 0 0,-5 5 0,45 2 0,1 2 0,0 5 0,0 3 0,2 4 0,1 2 0,-36 25 0,9-1 0,13-2 0,9 0 0,3 2 0,3 3 0,1 2 0,5 0 0,5 7 0,1 7 0,0 12 0,-3 10 0,0 5 0,17-47 0,1 1 0,-19 45 0,3 1 0,0 1 0,17-44 0,1 0 0,1 1 0,0 0 0,1 1 0,1 0 0,1 2 0,0 0 0,0 1 0,0-1 0,0 3 0,1-1 0,-1 0 0,1-1 0,2-3 0,0-1 0,-2 44 0,5-8 0,4-6 0,2 1 0,0-4 0,0-3 0,0-3 0,0-3 0,5 2 0,7 1 0,10 2 0,11 1 0,4-4 0,5 1 0,1-2 0,5 1 0,3 2 0,0-2 0,6 0 0,-25-33 0,3 0 0,3 1 0,2 0 0,6 3 0,2 0 0,5 2 0,1-1 0,1-1 0,2-1 0,6 4 0,3 0 0,2-1 0,3-1 0,5-2 0,3-1 0,1-1 0,1-1 0,-3-4 0,0 0 0,-3-1 0,-1-1 0,-8-2 0,-1 0 0,-3-2 0,-1-1 0,-1-1 0,1-1 0,3 0 0,1 0 0,8 2 0,2 0 0,8 2 0,3-1 0,5 0 0,2-1 0,-29-9 0,1 0 0,-1-1 0,33 8 0,-1-3 0,2-1 0,-1-2 0,-31-8 0,1 0 0,0-2 0,6 0 0,1-2 0,1-1-348,6 0 0,1-2 1,1-2 347,6-1 0,2-2 0,0-3 0,5-4 0,0-2 0,1-5-349,-23 2 0,1-2 0,0-3 0,-1-1 349,3-4 0,0-1 0,0-2 0,-2-1 0,-4 0 0,0-1 0,-2-1 0,0 0 0,16-9 0,-2 1 0,-3-1-23,-12 5 0,-2 1 0,-4 1 23,11-8 0,-6 3 0,-14 5 0,-5 1 0,17-23 965,-12-13-965,-28 23 0,-2-4 732,2-7 0,-1-4-732,3-11 0,-3-3 0,-1-4 0,-2-3 0,-1-2 0,-3-2 0,-1-5 0,-4-1 0,-3-2 0,-3-1 0,-1-5 0,-2-3-146,-1 29 1,0-1-1,-2 0 146,-2-1 0,-2 0 0,-1 1 0,-3-2 0,-1 1 0,-3 0 0,-3 1 0,-2 0 0,-3 1 0,-3-1 0,-3 0 0,-1 1 0,-2-4 0,-3-1 0,0 1 0,-3-3 0,0 0 0,-1 1 0,1 1 0,-1 2 0,1 1 0,2 4 0,0 1 0,1 2 0,-12-24 0,0 3 0,3 7 0,0 2 0,2 5 0,-3 2 0,-2 4 0,-3 3 0,0 6 0,-3 4 0,-4 5 0,-4 3 0,-6 0 0,-3 5 0,-5 5 0,-4 4 0,-8 1 0,-4 4 0,-6 2 0,-3 3 0,26 7 0,-1 2 0,-1 1-129,-4-1 1,-2 1-1,0 0 129,-5 0 0,0 1 0,-2 0 0,-2 1 0,-1 1 0,-1 0 0,1 2 0,-1 0 0,1 1 0,-2 2 0,-1 0 0,2 1 0,2 1 0,0 1 0,2 0 0,2 1 0,1 0 0,0 0 0,2 2 0,0 0 0,2 1 0,5 2 0,2 1 0,0 1-24,2 1 0,0 2 0,2 0 24,-26 8 0,4 1 0,5 0 0,2-1 0,4 0 0,1 0 0,6-1 0,2-1 0,2-1 0,1 0 0,4-2 0,2 0 449,6-3 0,2-2-449,-40 4 76,15-4-76,21-2 0,16-2 0,17 2 0,14-2 0,6 1 0,4-3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6:50.7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1534 8163 24575,'-29'-22'0,"-32"-49"0,21 19 0,-5-10 0,-3-6-820,2-2 1,-3-7 0,0-5 0,-1-4 410,11 16 1,-1-3-1,0-3 1,1-1 0,0-3-1,1 0 26,3 3 0,1-1 0,1-3 0,0 0 0,1-1 0,1-1 0,1-1 383,1-3 0,1-1 0,1-1 0,0-1 0,2 0 0,1 0 0,0 1 0,1 2 0,2 0 0,0 0 0,0 0 0,1 0 0,1 1 0,1 0 0,-2-9 0,1 1 0,1 0 0,0 0 0,1 2 0,0 1 0,2 6 0,0 2 0,1 0 0,1 1 0,-1 1 0,1 1-20,0-8 1,-1 2-1,1 1 1,1 0-1,1-1 20,1 1 0,0-1 0,2 0 0,0 0 0,0 0 0,2-2 0,1 1 0,0-1 0,1 1 0,1-1 0,1-1 0,1-1 0,0 1 0,2-1 0,1 1 0,2-2 0,1-1 0,1 1 0,0 0 0,2 1 0,1 4 0,0 0 0,1 0 0,1 2 0,0 2 0,4-14 0,2 3 0,0 1 0,0 3-140,0 9 1,0 1 0,0 3-1,0 2 140,3-11 0,0 4 0,0 2 678,-2 12 0,0 1 1,0 3-679,9-20 0,0 3 1638,-2 11 0,0 4-1516,-2 13 0,-2 4 2433,14-18-2555,-12 31 955,-7 17-955,-5 11 0,-3 7 0,-3 4 0,-3 16 0,-1-11 0,-1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6:52.2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1 159 24575,'30'0'0,"2"0"0,-5 0 0,-2 0 0,-6 0 0,1-3 0,8-3 0,5-2 0,0 0 0,-5 3 0,-8 4 0,-7 1 0,-3-1 0,0-3 0,5-5 0,10-9 0,10-7 0,4-1 0,-4 4 0,-8 8 0,-10 8 0,-5 4 0,-4 2 0,-1 6 0,3 11 0,9 15 0,17 25 0,15 22 0,-20-31 0,1 1 0,3 4 0,-1 0 0,-1-1 0,0-1 0,-2-4 0,0-1 0,23 31 0,-11-20 0,-12-19 0,-11-16 0,-10-11 0,-5-5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00:01.3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24575,'87'1'0,"0"0"0,0 0 0,-14 3 0,4 2 0,4 1 0,5 1 0,3 2 0,4 2 0,-9 0 0,5 2 0,3 1 0,3 2 0,2 0 0,2 2 0,0 0 0,2 1 0,-1 0-274,-14-3 1,1 1 0,1 1 0,0 0 0,2 0 0,0 1 0,1 1 0,0 0 0,1 1 0,-1 1 0,0 0 0,0 1-1,3 2 1,1 1 0,1 1 0,0 0 0,0 1 0,1 1 0,-2 1 0,1-1 0,-1 1 0,-1 1 0,-1-1 0,-2 0-25,2 1 0,0 1 0,0 0 0,-1 0 0,-1 1 0,-1-1 0,-1 1 0,-1 1 1,-2-1-1,-1 0 0,-1 1-67,3 2 1,0 0 0,-2 0 0,-2 0 0,-1 1 0,-2 0 0,-1 0 0,-1 0 0,-2 1 402,10 5 0,-2 1 0,-2 1 0,-1-1 0,-3 1 1,-3 0-1,-4-1-38,10 9 0,-6 0 0,-3 0 0,-2 1 0,-2 1-159,-4-3 1,-2 2-1,-2 0 1,-2 1-1,-2 1 159,8 11 0,-3 1 0,-1 1 0,0 4 0,-8-8 0,0 3 0,0 1 0,1 1 0,0 2 235,-3-6 1,0 2 0,1 1 0,0 1-1,0 0 1,1 0-236,2 4 0,0 1 0,0 0 0,1 1 0,1 0 0,-1 1 0,-5-8 0,0 0 0,1 1 0,0 0 0,0 0 0,-1 0 0,0 0 0,6 9 0,0-1 0,0 0 0,-1 1 0,-1-1 0,0 0 0,-1-2 0,-1 1 0,-1-1 0,0 0 0,-1 0 0,-1 1 312,-1-2 0,0 1 0,-1-1 0,-1 1 0,-1-1 0,-2 0-312,5 9 0,-1 1 0,-2-1 0,-2 0 0,-1-1 0,-3-4 0,-2 0 0,-1 0 0,-2-1 0,0 0 0,-3-4 0,-1 0 0,-2 0 0,0-1 0,0 0 304,3 16 1,0 0 0,-2-1 0,0 0-305,-1-1 0,-1-2 0,-1 1 0,1-2 139,-3-4 0,1-1 0,-1-1 1,0-1-140,6 17 0,-2-2 0,0-3 758,-3-11 0,-1-2 1,-2-4-759,5 17 0,-2-6 1233,-6-17 1,-1-3-1234,-5-13 0,-1-2 1855,12 37-1855,-1-3 1177,0-4-1177,-4-15 798,-6-22-798,-5-16 0,-4 10 0,3 27 0,2-14 0,4 7 0,10 23 0,6 8-615,0-15 0,4 4 1,3 1 614,-4-11 0,3 2 0,2 1 0,1 0 0,4 6 0,2 0 0,1 1 0,1-2 0,1-1 0,1-1 0,0 0 0,1-2 0,-2-5 0,0 0 0,0-1 0,0-1-207,11 14 0,-1-2 0,0-2 207,-6-10 0,-1-1 0,-2-2 0,-4-5 0,-1-1 0,-1-2 0,10 12 0,-3-2 0,-7-9 0,-3-2 0,-5-3 0,-1-2 0,18 36 1782,-8-7-1782,-13-16 683,-9-11-683,-6-2 0,-2 0 0,-2 1 0,-1-4 0,-4-3 0,1 1 0,-3 3 0,1 8 0,-1 8 0,-1 9 0,-2 6 0,-1 1 0,0-3 0,0-11 0,0-12 0,0-9 0,0-4 0,0-2 0,2 1 0,0-3 0,0-5 0,0-5 0,-2-6 0,1-5 0,1-4 0,0-4 0,0-2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06:58.2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1001 24575,'0'-66'0,"0"-15"0,0 30 0,0-2 0,0-3 0,0 0 0,0-40 0,0 9 0,0 19 0,4 12 0,5 4 0,7 3 0,7-3 0,2 1 0,1 7 0,-4 11 0,-5 13 0,-5 9 0,-3 4 0,-3 3 0,-1 0 0,0 3 0,0-1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06:59.5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61 24575,'61'0'0,"2"0"0,2 0 0,-12 0 0,-11 0 0,-14 0 0,-5 0 0,1-3 0,2-2 0,1-5 0,-1-2 0,-3 2 0,-2 1 0,-3 3 0,-1 2 0,-3 3 0,-2 1 0,-3 0 0,-3 1 0,-1 7 0,2 18 0,3 22 0,2 19 0,-2 8 0,-5-12 0,-2-17 0,-3-23 0,0-13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33:42.828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 0 24575,'0'55'0,"0"-6"0,0-8 0,0-6 0,0-4 0,0-3 0,0-5 0,0-4 0,0-3 0,0-2 0,0 2 0,0 2 0,0 4 0,0 1 0,0 2 0,0 0 0,0-1 0,0 0 0,0-1 0,0-1 0,0-4 0,0-2 0,0-4 0,0-4 0,0-4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33:44.464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3 1 24575,'-2'29'0,"4"0"0,7-1 0,7 1 0,4 0 0,-1-5 0,-2-4 0,-1-4 0,-2-3 0,-1-3 0,-2 0 0,-1-1 0,-1 1 0,0 1 0,-3-1 0,0-1 0,-2-2 0,-1 1 0,-1-3 0,0 1 0,1-2 0,1-1 0,4-1 0,2-1 0,11-4 0,15-6 0,16-9 0,11-7 0,0 0 0,-9 5 0,-14 7 0,-12 5 0,-11 4 0,-9 2 0,-4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33:46.662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 1 24575,'1'29'0,"9"18"0,10 28 0,-5-21 0,3 4 0,3 9 0,2 4 0,1 11 0,0 2 0,3 10 0,0 3-480,-9-27 1,1 0 0,0 3 479,1 8 0,-1 2 0,1 1 0,1 5 0,1 1 0,0 0 0,1 3 0,0 1 0,1-1 0,0 0 0,0 1 0,2-1 0,-1-2 0,1 0 0,0-1 0,0 1 0,-1 0 0,2 0 0,0 2 0,0 0 0,1 1 0,-7-21 0,1 0 0,0 1 0,1-1 0,0 0 0,0 1 0,1-1 0,0 1 0,1-1 0,0 0 0,0 0 0,-1 0 0,8 20 0,0-1 0,-1-1 0,-1-4 0,0-1 0,-2-1 0,-1-3 0,0 0 0,-2-1 0,0 0 0,-2 0 0,1 0 0,0 5 0,-1 0 0,0 1 0,1 2 0,-1 1 0,-1 0 0,0 1 0,0 1 0,0-2 0,-1-3 0,-1-2 0,-1 0 0,-1-7 0,-1-2 0,0 0 0,-3-7 0,1-1 0,-2-2-31,6 29 1,0-1 30,1 0 0,1-1 0,-2-5 0,0-1 0,0-1 0,1-2 0,-3-7 0,0-3 0,-4-7 0,0-3 0,0-4 0,-1-1 0,-1-7 0,0-2 1065,10 40-1065,-3-14 434,-3-14-434,-2-14 0,-4-15 0,-1-10 0,-3-7 0,1 4 0,3 16 0,3 18 0,4 18 0,0 6 0,-2-12 0,-5-16 0,-3-17 0,-3-13 0,1-2 0,1 8 0,2 12 0,4 13 0,1 4 0,-2-11 0,-3-13 0,-2-14 0,-3-10 0,-1-3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33:48.045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0 275 24575,'32'-4'0,"12"1"0,12 3 0,4 0 0,-6 0 0,-13 0 0,-9 2 0,-6 3 0,-1 5 0,1 3 0,-1 3 0,-2-1 0,-6-1 0,-5-3 0,-5-3 0,-2-2 0,-2-2 0,0 0 0,2 0 0,0-6 0,10-11 0,9-18 0,17-23 0,13-17 0,1 0 0,-10 12 0,-14 19 0,-14 17 0,-9 12 0,-4 6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33:53.778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4892 1 24575,'-44'45'0,"5"-4"0,-6 6 0,-20 18 0,-6 7-671,12-14 0,-4 3 0,0-1 671,-2 1 0,0 0 0,-1-2 0,5-4 0,0-1 0,2-3 127,5-4 0,1-1 0,1-2-127,-17 13 0,2-1 197,4-3 1,1-1-198,6-4 0,2-1 0,3-4 0,1 1 0,1 0 0,0 1 511,1 1 0,-1 1-511,-4 5 0,0 3 0,-3 4 0,0 2 0,-4 3 0,-1 3 0,16-18 0,0 2 0,-1 1-234,-3 4 1,0 1-1,-1 3 234,-6 7 0,0 1 0,0 3 0,-4 6 0,1 1 0,0 1-457,13-17 1,1-1 0,0 1 0,0 0 456,-14 18 0,1-1 0,2-2 0,6-7 0,1-1 0,1-2-152,2-2 1,1-2 0,0 0 151,2-4 0,1 0 0,1-1 0,-1 1 0,1 0 0,-1 0 0,-2 1 0,0 1 0,-1 0 0,3-4 0,1-1 0,-1-1 0,-17 25 0,0-2 0,2-6 0,1-3 0,5-7 0,1-4 404,1-5 1,1-2-405,3-5 0,0-2 931,4-7 0,1-1-931,-36 28 524,10-10-524,6-6 0,6-6 0,9-5 0,2-3 0,5-1 0,2-1 0,3-6 0,6-4 0,6-6 0,6-3 0,8-5 0,4-4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33:55.128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56 1 24575,'0'31'0,"0"9"0,0 15 0,-2 5 0,0-4 0,-3-6 0,-3-6 0,-1-4 0,-2 3 0,2-6 0,3-7 0,3-8 0,2-7 0,1-4 0,2-3 0,12-5 0,31-1 0,42-2 0,-27-1 0,3-1 0,9-2 0,1-2 0,-1-1 0,-2-3 0,-8 0 0,-4-2 0,37-10 0,-36 6 0,-23 5 0,-16 6 0,-11 2 0,-4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33:57.067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10466 0 24575,'-91'9'0,"0"-1"0,14 6 0,-3 4 0,-5 2 0,2 1 0,-4 2 0,-4 2 0,-1 1-656,6-1 1,-2 1-1,-3 2 1,0 1 0,-1 0 108,8-3 1,0 2 0,-2-1 0,0 2 0,-1-1 0,0 1-1,-5 1 1,0 0 0,-1 0 0,-1 1 0,1 0 0,1 0 515,2-1 0,0 1 0,0 0 0,1 0 0,0 0 1,0 1 30,3-1 0,1 1 0,0 0 0,0 0 0,1 1 0,-1 0-13,2 0 1,-1 1 0,1-1 0,0 2 0,1-1 0,0 1 12,2-1 0,1 1 0,1 0 0,0 1 0,0 0 0,0 0 0,0 0 0,0 1 0,0 0 0,1 0 0,0 0 0,2-1 0,-9 6 0,0-1 0,2 0 0,2 0 0,0-1-177,-9 5 1,2-1 0,2 0-1,1-1 177,8-4 0,1-1 0,2-1 0,1 0 0,-15 7 0,2-1 0,1 0 0,0 2 0,1 0 0,-1 1 0,-1 2 0,0 1 0,-1 3 0,18-10 0,-1 1 0,0 2 0,-1 0 0,-2 4 0,-1 2 0,0 0 0,0 1 0,-1 1 0,1 0 0,-1 1 0,1 1 0,-2 0 0,1 1 0,0 0 0,0 1 0,1-2 0,0 2 0,1-1 0,-1-1 0,2 0 0,-1 0 0,2 0 0,0-1 0,3-3 0,1 0 0,1-1 0,1-2 0,-13 11 0,1-2 0,2-2 0,9-8 0,1-2 0,3-2 1078,-19 12 0,4-4-1078,9-6 0,2-1 0,0 1 0,0 2 0,1 1 0,1 3 0,-4 4 0,1 1 0,1 1 0,-1 0 0,4-1 0,1 0 1638,1-4 0,1 0-1183,5-6 0,0-1 1076,4-2 0,1-2-1531,9-7 0,2-3 1391,-21 17-1391,22-17 0,16-13 0,10-6 0,8-4 0,4-4 0,8-2 0,-4-2 0,2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33:58.395"/>
    </inkml:context>
    <inkml:brush xml:id="br0">
      <inkml:brushProperty name="width" value="0.2" units="cm"/>
      <inkml:brushProperty name="height" value="0.2" units="cm"/>
      <inkml:brushProperty name="color" value="#849398"/>
    </inkml:brush>
  </inkml:definitions>
  <inkml:trace contextRef="#ctx0" brushRef="#br0">30 0 24575,'0'35'0,"0"16"0,0 19 0,0 8 0,0-7 0,-2-12 0,-4-12 0,-1-11 0,-1-11 0,3-8 0,4-8 0,6-6 0,17-8 0,26-6 0,26-5 0,20-2 0,-43 9 0,-1 0 0,40-10 0,-16 6 0,-19 2 0,-19 5 0,-11 1 0,-14 3 0,-5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8:11.45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884 1 24575,'-27'49'0,"-19"20"0,14-25 0,-4 1 0,-6 6 0,-1 0 0,2-5 0,0-2 0,0-1 0,2-2 0,2-4 0,1-1 0,-26 33 0,3 3 0,4 3 0,-1 3 0,5-4 0,9-11 0,6-13 0,11-13 0,8-9 0,5-7 0,8-10 0,0-5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8:12.55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24575,'0'38'0,"0"8"0,0 5 0,0-5 0,0-7 0,0-13 0,0-7 0,0 2 0,0 4 0,0 5 0,0 8 0,0 6 0,0-3 0,0-6 0,0-9 0,1-10 0,6-12 0,23-16 0,35-17 0,-20 10 0,5 0 0,10 0 0,3 1 0,-1 2 0,1 1 0,-8 5 0,-2 1 0,33-2 0,-33 7 0,-23 4 0,-17 0 0,-6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8:13.8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59 0 24575,'0'65'0,"0"-14"0,0 5 0,0 21 0,0 4 0,0 8 0,0 0 0,0-5 0,0-4 0,0-11 0,0-3 0,0-12 0,0-1 0,0 37 0,0-9 0,0-6 0,-2-3 0,-5-5 0,-3-11 0,-1-12 0,1-14 0,3-14 0,1-7 0,2-7 0,2-2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8:15.0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24575,'27'22'0,"1"13"0,2 13 0,-2 10 0,-5-6 0,-4-7 0,-4-9 0,-1-11 0,3-5 0,2-4 0,4-4 0,0-2 0,0-3 0,0-3 0,-2-2 0,-2-1 0,-3-1 0,-3 0 0,0 0 0,-2 0 0,-1-1 0,2-8 0,7-14 0,12-16 0,12-17 0,7-4 0,-4 7 0,-11 14 0,-11 16 0,-14 13 0,-4 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9:53.86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2565 1 24575,'-13'66'0,"0"0"0,-10 11 0,-7 13 0,-6 9 0,-1 6 0,9-27 0,-2 4 0,-1 4 0,-2 3 0,0 3 0,-2 2 0,0 1 0,0 0-298,5-14 0,0 2 0,-1 1 0,0 1 0,-1 1 0,0 1 0,-1 1 0,0 1 1,0 0-1,0 0 0,0 1 24,1-1 1,-2 1 0,1 1 0,-2 1 0,1 0 0,0 1 0,0 0 0,0-1 0,0 1 0,0-2 0,1 0 0,0-1-25,0 2 0,-1 0 0,1 0 0,0 0 0,0-1 0,1-1 0,0 0 0,0 0 1,1-1-1,0-1 0,0-1-30,0 2 0,1-1 0,0-1 1,1 0-1,0-1 0,0 0 1,1-1-1,0 0 0,0 0 1,1 0 266,-2 4 0,1 1 1,-1-1-1,2-1 0,-1 0 1,2 0-1,0-1 0,1 0 1,0-2 60,1 3 0,1 0 0,1-2 0,0 0 0,1-1 0,1 0 0,1 1 0,0-1-188,-1 9 1,1 0 0,1 1 0,1-1 0,1-1 0,0-1 0,2 0 187,-1 8 0,1 0 0,2-2 0,0 0 0,1-1 0,1-1 0,1-4 0,2-1 0,-1-1 0,2-1 0,0 0 0,0-1 0,0 11 0,0 0 0,2-1 0,-1-2 0,1-1 354,0-7 0,0-2 0,1 0 0,0-2 0,0-1-354,-1 10 0,1-1 0,0-3 0,0-1 749,0-9 0,0-1 1,0-1-1,0-3-749,0 13 0,0-2 0,-1-3 1052,0-6 1,1-2 0,-1-2-1053,0 29 0,0-2 1560,2-10 1,0-1-1561,-1-3 0,2-1 0,1-1 0,0-1 0,0 1 0,0 0 0,0 4 0,0 1 0,0-3 0,0 1 1093,0-3 0,0 0-1093,0 5 0,0 0 0,0 0 0,0 0 0,0 1 0,1-2 557,0-7 1,1-3-558,0-13 0,1-3 530,3 31-530,-2-31 0,-1-32 0,-3-17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9:55.74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1 24575,'-4'87'0,"2"-3"0,1 13 0,1-26 0,0 5 0,0 5 0,0 4-656,0 2 1,0 6-1,-1 2 1,1 3 0,1 1 108,0-6 1,0 1 0,0 2 0,1 1 0,1 2 0,0 0 129,0-7 0,1 1 0,0 0 0,1 2 1,1 0-1,0 1 0,0-1 417,1-7 0,0 0 0,0 1 0,2 0 0,-1 0 0,1 0 0,1 1 0,0-1 0,1 3 0,0 1 0,1-1 0,1 1 0,0-1 0,0 1 0,1 0 0,0 0 0,0 2 0,0 0 0,1 1 0,0 0 0,1-1 0,-1 0 0,1 0 0,-1-1 0,0-4 0,-1 0 0,1 0 0,0 0 0,0-1 0,0 0 0,0-1 0,0-1-92,1 10 0,1-1 0,-1-1 0,0 0 0,1-1 0,-1-1 0,-1-2 92,2 7 0,0-1 0,-1-1 0,0-2 0,0-1 0,0-2 0,2 8 0,-1-2 0,0-1 0,0-2 0,-1-1 144,-1-7 1,0-1 0,0-1 0,-1-2 0,0-3-145,1 7 0,0-3 0,-1-1 0,1-3-179,3 15 1,-1-3 0,1-1 178,-1-6 0,-1-2 0,0 0 0,1-1 0,1 0 0,-1 1 0,1 0 0,-1 1 0,0 1 0,0 0 0,-1 1 0,0 0 0,0-1 0,-2 0 0,1-1 0,-1 1 0,-1-1 0,1-1 0,-2-4 0,0-2 0,-1 0 1092,-1-5 0,0-1 0,-1-1-896,3 25 1,-2-4 1381,-1-12 0,-3-4-1578,-1-6 0,-1-3 940,0-10 1,-2-2-941,3 41 976,-2-10-976,-1-9 245,0-9-245,-2-17 0,0-15 0,0-14 0,0-12 0,0-3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09:59:58.0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24575,'69'56'0,"1"1"0,-19-12 0,4 6 0,5 4 0,3 5 0,3 4 0,-6-4 0,4 4 0,2 3 0,2 4 0,3 2 0,1 3 0,1 2 0,0 2-253,-16-18 1,1 1 0,1 3 0,1 1 0,1 1 0,1 1 0,0 2 0,1 0 0,-1 1 0,1 1 0,0 0 0,-1 0 0,0 1 17,0 0 1,0 1 0,1 1 0,0 0 0,0 1 0,0 1 0,0 0 0,0 1 0,0 0 0,0 1 0,-1-1 0,0 1 0,0 0 0,-1 0 15,-3-4 1,0 0-1,0 1 1,1 1-1,-1 0 1,-1 0-1,1 1 1,-1-1-1,0 0 1,-1 0 0,0 0-1,-1 0 1,-1-2-1,-1 0 1,0 0-56,5 9 1,0 0 0,0-1 0,-1 1 0,-1-1 0,-1-1 0,-1 0 0,-1-1 0,0 0 0,-2-2 0,-2-1 0,0 0 233,5 9 1,-2 0-1,0-2 1,-2 0-1,-2-2 1,-1 0-1,-2-3 1,-1 0-1,-1-2 40,1 6 0,-1-2 0,-2-1 0,-2-2 0,-2-1 0,-2-3 0,-2 0-155,3 8 0,-4-2 0,-3-2 0,-1-1 0,-1 0 155,5 16 0,-3-1 0,-1 0 0,-1 0 0,-1-2 0,-2 0 0,0 0 0,1 2 0,-4-16 0,0 2 0,1 0 0,0 0 0,0 0 0,0 3 0,1-1 0,0 2 0,0-1 0,0-1 0,-1-1 0,1 0 0,0 0 0,-1-1 0,-1-1 0,3 12 0,0 0 0,-1-2 0,-2-3 672,-2-10 0,-2-2 0,-1-2 0,-1-1-672,2 11 0,-1-2 0,-2-3 1638,3 22 0,-2-4-1096,-5-6 1,-2-3-543,0-2 0,-2-2 1638,-2-5 0,-1-2-1247,-1-1 1,0-2 685,-1-5 1,0-2-1078,0-2 0,1-2 440,0-4 1,1-3-441,1-2 0,0-3 95,6 42-95,-1-17 0,0-12 0,3-9 0,2 6 0,5 20 0,-5-27 0,0 4 0,5 12 0,0 4 0,4 7 0,0 1 0,3 5 0,-1 1 0,-2-3 0,-2 0 0,-2-6 0,-2-3 0,-2-7 0,-2-3 0,-3-13 0,-2-4 0,4 19 0,-5-28 0,-5-18 0,0 15 0,4 25 0,5 21 0,2 8 0,2-21 0,-6-24 0,-5-25 0,-3-11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8:29.67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24575,'59'0'0,"1"0"0,9 0 0,3 0 0,16 0 0,4 0 0,5 0 0,2 0 0,-33 0 0,1 0 0,0 0 0,31 0 0,-1 0 0,-6 0 0,-3 0 0,-6 0 0,-2 0 0,-10 0 0,-3 0 0,-11 0 0,-4 0 0,30 0 0,-30 0 0,-20 0 0,-18 0 0,-8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8:30.6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24575,'100'0'0,"-17"0"0,10 0 0,-12 0 0,5 0 0,3 0-820,-10 0 1,2 0 0,2 0 0,-1 0 791,1 0 0,1 0 0,0 0 1,-3 0 27,18 0 0,-2 0 0,-3 0 186,-9 0 0,-3 0 0,-3 0-186,19 0 0,-6 0 334,-20 0 1,-5 0-335,-6 0 0,-5 0 0,27 0 0,-30 0 1733,-20 0-1733,-22 0 0,-5 0 0,-8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8:38.7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24575,'55'0'0,"0"0"0,12 0 0,10 0 0,5 0 0,4 0 0,5 0 0,4 0 0,3 0-656,-9 0 1,3 0-1,2 0 1,0 0 0,0 0 297,3 0 0,0 0 1,1 0-1,-2 0 0,-2 0 358,-10 0 0,0 0 0,-2 0 0,-2 0 0,-3 0 0,4 0 0,-1 0 0,-4 0 0,-3 0 510,6 0 1,-3 0 0,-7 0-511,2 0 0,-8 0 821,21 0-821,-42 0 0,-27 0 0,-8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9:51.3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24575,'0'97'0,"0"-41"0,0 3 0,0 10 0,0 3 0,0 1 0,0-1 0,0-11 0,0-5 0,1 36 0,2-29 0,0-19 0,3-3 0,1 2 0,2 4 0,2 5 0,0 2 0,-1-3 0,1-5 0,-4-7 0,-1-6 0,-1-5 0,0-4 0,0-3 0,-1 0 0,0-1 0,0-2 0,0-2 0,-2-2 0,0 0 0,-2 0 0,1 0 0,1-2 0,0 0 0,-1-3 0,-1-4 0,0-2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9:56.5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24575,'51'0'0,"15"0"0,23 0 0,5 0 0,-23 0 0,-17 0 0,-18 0 0,-15 0 0,0 0 0,0 0 0,-2 0 0,-2 0 0,-6 0 0,-6 0 0,-4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8:31.7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24575,'88'0'0,"-24"0"0,8 0 0,-8 0 0,5 0 0,3 0-920,16 0 1,4 0 0,0 0 919,3 0 0,0 0 0,0 0 0,-6 0 0,0 0 0,-3 0 270,-10 0 1,-3 0-1,-3 0-270,13 0 0,-7 0 234,-13 0 1,-6 0-235,15 0 0,-32 0 0,-24 0 0,-10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8:33.0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9 24575,'66'0'0,"-13"0"0,5 0 0,14 0 0,5 0 0,15 0 0,4 0 0,-1 0 0,0 0 0,-6 0 0,-2 0 0,-3 0 0,-4 0 0,-13 0 0,-3 0 0,-9 0 0,-3 0 0,33 0 0,-16 0 0,-13 0 0,-12-2 0,-8 0 0,-10 0 0,-7 0 0,-7 2 0,-6 0 0,-3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9:42.47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5462 1 24575,'-36'59'0,"0"-1"0,0-2 0,-4 6 0,-5 5 0,-3 4 0,1-4 0,-4 6 0,-2 2 0,-3 4 0,-2 1 0,-1 2-365,10-15 1,-1 2 0,-2 2 0,-1 1 0,-1 1 0,-1 1 0,0 1 0,-1 0 0,0 0 36,0-1 0,-1 1 0,0 1 1,-1 0-1,-1 1 0,0 0 1,0 1-1,0-1 0,0-1 1,0 0-1,1-1 0,1-1 0,-1 0 1,0 1-1,0-1 0,0 0 1,0-1-1,1 1 0,0-1 1,0 0 224,-5 6 1,1-1-1,-1 1 1,1-1 0,0 0-1,0-1 1,1 0-1,1-1 1,0-1-6,-2 3 0,1-1 0,1-1 0,0-1 0,1 0 0,1-1 0,0 0 0,0-1 108,-2 4 0,0-1 0,1 0 0,1-1 0,0-1 0,0 0 0,1-1 63,-5 8 1,0-1 0,1 0 0,0-1 0,1-1 0,2-3-64,-4 5 0,2-2 0,1-1 0,1-2 0,0-1-153,5-6 1,0-1-1,1-1 1,1-2-1,0-2 153,-4 6 0,1-3 0,1-1 0,1-3 1092,-6 7 0,1-3 0,2-2-986,8-11 0,1-1 0,2-4 1532,-10 10 0,3-3-1515,10-10 0,2-3 2714,-20 22-2837,14-13 1657,9-6-1657,6-7 387,3-5-387,5-7 0,5-5 0,6-4 0,6-9 0,2-1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9:44.4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24575,'51'37'0,"16"14"0,-20-13 0,4 5 0,10 8 0,2 2 0,7 6 0,2 3 0,-19-17 0,0 2 0,1 1-492,4 4 1,2 1-1,1 0 492,6 5 0,3 1 0,0 0 0,5 4 0,2 1 0,1 1-292,-17-15 1,0 1 0,1 0-1,0 0 292,-1 0 0,1 0 0,-1 1 0,-1-1 0,-2-1 0,0 0 0,-1-1 0,0 0-357,17 13 1,-1-2-1,0 0 357,-4-4 0,1-1 0,-1-2 0,0-2 0,-1-1 0,0 0 0,-1-1 0,0 1 0,0-1-212,-1 1 0,-1 1 0,0 0 212,-3 1 0,-1 0 0,-1 1 0,-3-1 0,-2 1 0,-1 1 0,-2-1 0,-1 2 0,-2 0 0,0 4 0,-1 1 0,0 2 0,4 6 0,0 2 0,0 2 0,-8-11 0,1 2 0,1 2 0,0 0-93,3 5 1,2 2-1,0 0 1,0 0 92,1 1 0,1-1 0,-1 0 0,-1-1 0,-4-6 0,0 0 0,-1-2 0,-1-2 300,7 8 1,-2-3 0,-2-3-301,8 11 0,-4-6 531,-12-17 1,-5-5-532,18 21 699,-21-23-699,-10-12 1520,-6-7-1520,-1-3 533,0 1-533,0 1 0,1 1 0,-1 2 0,3 3 0,2 3 0,2 5 0,0-2 0,-2-6 0,-2-5 0,-4-7 0,-4-4 0,-3-5 0,-3-7 0,-2-17 0,0 8 0,-1-9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50:11.2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24575,'38'0'0,"15"0"0,21 0 0,15 0 0,-2 0 0,-7 0 0,-15 0 0,-17 0 0,-15 0 0,-12 0 0,-3 0 0,-7 0 0,-3 0 0,-4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50:47.0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 24575,'93'-3'0,"-6"1"0,14 1 0,-27 1 0,7 0 0,5 0 0,3 0-656,0 0 1,5 0-1,2 0 1,3 0 0,-1 0 108,-11 0 1,1 0 0,1 0 0,0 0 0,1 0 0,0 0 489,3 0 1,0 0 0,1 0 0,-1 0 0,1 0 0,-1 0 56,-3 0 0,1 0 0,0 0 0,-1 0 0,0 0 0,-2 0-132,11 0 0,-2 0 1,0 0-1,-1 0 1,0 0 131,-4 0 0,0 0 0,-1 0 0,-1 0 0,-1 0 0,-6 0 0,-1 0 0,-2 0 0,0 0 0,-2 0 157,13 0 1,-2 0-1,-2 0 1,-2 0-158,16 0 0,-2 0 0,-4 0-145,-10 0 0,-3 0 0,-3 0 145,-9 0 0,-2 0 0,-2 0 1494,25 0 0,-3 0-1494,-1 1 0,-3 1 1208,-5-1 1,-1 1-1209,-3 0 0,-2 0 646,-3 1 0,-2 0-646,-4-1 0,0 0 328,-4 1 1,-1 0-329,-2 0 0,-2 1 0,-3-1 0,-1 1 0,40 2 0,-8 1 0,-6 0 0,-4-1 0,-2 0 0,-5-1 0,-5-1 0,-6 1 0,-6-2 0,-4 1 0,-6-2 0,-6 2 0,-9 0 0,-9 0 0,-6 0 0,-5 0 0,-2-1 0,-2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54:48.90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24575,'54'0'0,"26"0"0,-31 0 0,3 0 0,12 0 0,2 0 0,4 0 0,0 0 0,0 0 0,0 0 0,2 0 0,-1 0 0,-6 0 0,-2 0 0,-5 1 0,-1 1 0,-5 0 0,-2 2 0,37 5 0,-11 2 0,-5 0 0,0 1 0,0 1 0,-3 0 0,-3-2 0,-7-4 0,-2-3 0,2 0 0,0-2 0,3 1 0,0-1 0,-7-2 0,-3 0 0,-6 2 0,-4 0 0,-2 0 0,-2-1 0,-1-1 0,0 0 0,0 0 0,2 0 0,4 0 0,2 0 0,3 0 0,-2 0 0,-1 0 0,-3 0 0,-1 0 0,0 0 0,-1 0 0,1 0 0,0 0 0,-2 0 0,-1 0 0,-4 0 0,-5 0 0,-4 0 0,-4 0 0,-3 0 0,-3 0 0,-2 0 0,-1 0 0,-6 0 0,-2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2:25.56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24575,'65'0'0,"0"0"0,12 0 0,3 0 0,8 0 0,2 0 0,-3 0 0,-1 0 0,-11 0 0,-3 0 0,-13 0 0,-1 0 0,-5 0 0,-2 0 0,37 7 0,-10 13 0,-3 14 0,-4 17 0,0 10 0,-35-26 0,0 1 0,0 4 0,0 2 0,-1 0 0,-1 1 0,-2 0 0,-2 1 0,-2-2 0,-1 0 0,20 42 0,-4 6 0,-24-44 0,-1 1 0,0 3 0,-1 1 0,-1 1 0,0 1 0,0 2 0,-1 0 0,-1 0 0,-1 1 0,-1-3 0,0-1 0,9 44 0,-2-12 0,-3-16 0,-3-14 0,-5-17 0,-4-13 0,-2-14 0,-2-6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2:26.49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0 286 24575,'58'4'0,"1"8"0,6 11 0,-4 4 0,-7 0 0,-6-6 0,-9-8 0,-7-2 0,-4-5 0,-7-2 0,-7-4 0,-1-8 0,-1-18 0,3-24 0,9-24 0,5-11 0,1 7 0,-3 21 0,-7 23 0,-11 19 0,-3 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2:35.5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24575,'15'55'0,"0"5"0,3 17 0,-6 4 0,-7-3 0,-2-2 0,-1-5 0,5 3 0,6 11 0,7 9 0,4-1 0,0 0 0,-1-9 0,-6-10 0,-5-7 0,-5-14 0,-6-15 0,-1-13 0,0-14 0,0-5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2:37.1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1 121 24575,'36'1'0,"4"6"0,7 9 0,-4 4 0,-3-4 0,-11-4 0,-8-5 0,-6-3 0,-6 0 0,0-2 0,-1 0 0,-1-2 0,-2 0 0,1 0 0,4 1 0,6 4 0,6 4 0,4 4 0,-2 2 0,-2 0 0,-4-1 0,-5-1 0,-4-1 0,-3-4 0,-3-4 0,3-25 0,3-2 0,4-22 0,2 12 0,-1 4 0,-2 8 0,-4 7 0,-3 4 0,1 0 0,1-2 0,3-5 0,5-2 0,2-2 0,0 2 0,0 5 0,-5 6 0,-5 5 0,-2 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2:53.01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24575,'43'54'0,"-1"0"0,-1-3 0,3 4 0,3 3 0,0-2 0,3 2 0,3 3 0,2 2-656,-3-4 1,2 3-1,1 1 1,2 0 0,-1-1 311,1 0 1,1 0-1,1 0 1,-1-1-1,2 1 344,0 1 0,1 0 0,1 0 0,0 0 0,-1-1 0,1-1 0,0 0 0,-1 0 0,1-1 0,0-2 0,12 10 0,0-2 0,0-1 0,1 0-140,-1-2 0,2-1 1,-1-1-1,1-3 140,-3-4 0,0-3 0,1-1 0,1-3 0,-2-2 0,1-3 0,0-1 0,2-3 0,4-1 0,0-2 0,2-3 0,1-1 0,3-1 0,2-1 0,1-3 0,1-1 0,2-2 0,2-2 0,-1-1 0,0-2 0,-4-2 0,0-1 0,-2-2 0,0 0 0,-6-2 0,0 0 0,-2-1 0,-2-1 265,17 1 1,-2-1 0,-4-2-266,-13-1 0,-2 0 0,-2-1 0,27 0 0,-4-2 0,-14-1 0,-4-2 0,-10 0 0,-2 0 1179,-8 0 1,-3 0-1180,26 0 1851,-30 0-1851,-19 0 547,-17-1-547,-12-6 0,-17-14 0,-17-9 0,12 7 0,-1 4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2:54.2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24575,'73'9'0,"18"16"0,-31-5 0,1 3 0,0 4 0,-2 2 0,-10-4 0,-4 1 0,23 14 0,-27-13 0,-21-11 0,-10-4 0,-7-5 0,-3 0 0,0 0 0,-4-2 0,-4 2 0,-5 2 0,-5 3 0,-4 3 0,-5 4 0,-7 4 0,-5 9 0,-4 4 0,0 1 0,2 0 0,3-3 0,7-2 0,8-6 0,11-5 0,7-11 0,3-4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3:04.4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24575,'35'0'0,"-3"0"0,-3 0 0,-1 0 0,-1 0 0,1 0 0,-2 0 0,-3 0 0,-2 0 0,-2 0 0,-1 0 0,1 0 0,-3 0 0,0 0 0,0 0 0,0 0 0,1 0 0,-1 0 0,-1 0 0,3 0 0,1 0 0,1 0 0,-1 0 0,-2 0 0,-1 0 0,0 0 0,0 0 0,1 0 0,-1 0 0,-2 0 0,-1 0 0,1 0 0,0 0 0,-7 0 0,-1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3:06.2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14 24575,'27'0'0,"0"0"0,-1 0 0,1 0 0,-2 0 0,-1 0 0,-1 0 0,-1 0 0,0 0 0,-2 0 0,-1 0 0,-1 0 0,1 0 0,-1 0 0,0 0 0,1 0 0,-3 0 0,0-3 0,-5-1 0,-1 0 0,-3 1 0,-2 3 0,1 0 0,1 0 0,5 0 0,5 0 0,2 0 0,-1 0 0,-3 0 0,-8 0 0,-2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3:04.4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24575,'35'0'0,"-3"0"0,-3 0 0,-1 0 0,-1 0 0,1 0 0,-2 0 0,-3 0 0,-2 0 0,-2 0 0,-1 0 0,1 0 0,-3 0 0,0 0 0,0 0 0,0 0 0,1 0 0,-1 0 0,-1 0 0,3 0 0,1 0 0,1 0 0,-1 0 0,-2 0 0,-1 0 0,0 0 0,0 0 0,1 0 0,-1 0 0,-2 0 0,-1 0 0,1 0 0,0 0 0,-7 0 0,-1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3:06.2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14 24575,'27'0'0,"0"0"0,-1 0 0,1 0 0,-2 0 0,-1 0 0,-1 0 0,-1 0 0,0 0 0,-2 0 0,-1 0 0,-1 0 0,1 0 0,-1 0 0,0 0 0,1 0 0,-3 0 0,0-3 0,-5-1 0,-1 0 0,-3 1 0,-2 3 0,1 0 0,1 0 0,5 0 0,5 0 0,2 0 0,-1 0 0,-3 0 0,-8 0 0,-2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2.1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0 147 24575,'78'-6'0,"7"-6"0,9-5 0,-6-4 0,-8 1 0,-17 2 0,-12 2 0,-8 3 0,-5 2 0,-5 4 0,-5 3 0,-5 2 0,-4 2 0,-9 0 0,-4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3.1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24575,'87'0'0,"0"0"0,5 0 0,-14 0 0,-21 0 0,-22 1 0,-18 5 0,-12 8 0,-4 11 0,-1 10 0,0 11 0,0 9 0,0 5 0,0 0 0,0-10 0,0-15 0,0-16 0,0-11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4.1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24575,'52'0'0,"0"0"0,15 0 0,6 0 0,23 0 0,4 0 0,-30 0 0,1 0 0,-1 0 0,31 0 0,-4 0 0,-12 0 0,-5 0 0,-16 0 0,-4 1 0,35 3 0,-25 3 0,-20 5 0,-12 2 0,-8 1 0,-8-3 0,-6-2 0,-9-6 0,-2-1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5.2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24575,'37'69'0,"3"-4"0,12 9 0,1-3 0,-3-5 0,1 2 0,-2-6 0,0 3 0,-1-1 0,-5-4 0,-4-4 0,-5-5 0,-2-2 0,-4-4 0,-5-7 0,-8-11 0,-7-8 0,-6-6 0,-3-3 0,-3 0 0,-10 9 0,-17 21 0,-15 22 0,17-20 0,-2 3 0,-1 4 0,0 2 0,3-4 0,2-2 0,-18 33 0,16-24 0,11-22 0,6-14 0,0-9 0,7-6 0,-1-3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6.7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 24575,'61'-3'0,"36"0"0,-23 3 0,7 0 0,14 0 0,4 0 0,-29 0 0,0 0 0,0 0 0,30 0 0,-2 0 0,-10 1 0,-2 1 0,-10 2 0,-4 1 0,-11 2 0,-4 1 0,37 11 0,-28 0 0,-19-2 0,-11-2 0,-2-1 0,1-2 0,2-1 0,1 1 0,-4-1 0,-1 0 0,-7 0 0,-5-2 0,-1 0 0,-3-2 0,2-2 0,2 0 0,1 1 0,1 1 0,-2-1 0,-4-1 0,-4-2 0,-4-2 0,-6-3 0,-5-3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8.0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153 1 24575,'2'34'0,"6"6"0,4 10 0,5 0 0,-1-4 0,-3-6 0,-1-9 0,-2-4 0,1-6 0,-4-5 0,-2-3 0,-4-4 0,-1-2 0,0 1 0,0 1 0,0 10 0,0 16 0,-2 19 0,-5 15 0,-3 3 0,-3-10 0,-2-16 0,3-20 0,0-13 0,1-5 0,2-5 0,-1 1 0,0 2 0,-5 3 0,-5 7 0,-4 7 0,-3 7 0,1 0 0,6-4 0,7-5 0,6-11 0,5-4 0,0-7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45.0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24575,'96'0'0,"1"0"0,-20 0 0,3 0 0,5 0 0,-7 0 0,3 0 0,3 0 0,-2 0-472,-1 0 1,0 0 0,-1 0-1,-2 0 472,14 0 0,-2 0 0,-5 0 0,19 0 0,-10 0 304,-31 0 1,-8 0-305,20 0 311,-38 0-311,-18 0 0,-11 0 0,-5 0 0,-4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14.0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24575,'2'33'0,"4"2"0,5 3 0,4 3 0,0 6 0,-1 5 0,-4 8 0,-1 9 0,-3 4 0,-2 1 0,-2-2 0,-2-6 0,0-3 0,0-2 0,0-2 0,0 2 0,0 3 0,0 1 0,0 3 0,0 2 0,0 2 0,-3-1 0,-2 0 0,-2-7 0,-2-6 0,2-10 0,1-9 0,1-9 0,2-8 0,0-6 0,1-8 0,0-3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15.6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24575,'0'33'0,"0"4"0,5 10 0,6 3 0,5-5 0,0-4 0,-2-6 0,-2-5 0,-2-2 0,-1-1 0,-2-3 0,0-1 0,0-1 0,-1-4 0,-1 0 0,-1-2 0,-1-5 0,0-3 0,1-5 0,4-8 0,4-6 0,13-12 0,15-8 0,11-5 0,7-1 0,-5 4 0,-12 7 0,-11 6 0,-10 7 0,-9 4 0,-4 2 0,-3 1 0,-1 0 0,1 0 0,-1 1 0,0 1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17.6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24575,'0'27'0,"2"5"0,3 2 0,5 7 0,5 3 0,1 0 0,2 0 0,-3-3 0,0 0 0,-3-1 0,0-2 0,1 2 0,-2 0 0,-1 1 0,-1 3 0,-2 3 0,1 3 0,0 3 0,-2 2 0,-2 0 0,-2-1 0,-2 3 0,0 1 0,0 3 0,0 1 0,0-1 0,-2 3 0,-5 2 0,-6 4 0,-5 2 0,-1-1 0,-1-1 0,3-6 0,2-9 0,4-10 0,4-14 0,1-9 0,3-8 0,1-7 0,1-3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19.1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24575,'0'39'0,"0"3"0,0 7 0,0-3 0,0-2 0,0-1 0,0-2 0,0-3 0,0-4 0,0-5 0,0-2 0,0-3 0,0 0 0,0-1 0,0-2 0,0-3 0,0-3 0,1-4 0,2-4 0,2-3 0,3-11 0,7-13 0,21-20 0,-1 7 0,7-1 0,17-7 0,7 0 0,12-4 0,2 1 0,3 2 0,-2 2 0,-10 5 0,-5 3 0,-15 7 0,-5 2 0,15-11 0,-27 15 0,-18 9 0,-8 4 0,-5 4 0,-2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53.2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1 24575,'-1'83'0,"-1"1"0,1-11 0,0 4 0,0 5 0,1-7 0,0 3 0,0 3 0,0 2-820,0 8 1,0 2 0,0 1 0,0 1 637,0 3 1,0 1 0,0-1 0,0-2 181,0-11 0,0 0 0,0-3 0,0 0 142,0 18 0,0-1 0,0-5-142,0-16 0,0-2 0,0-4 0,0 22 0,0-1 391,0 0 0,0 0-391,0-8 0,0 0 0,0 1 0,0 0 0,1-6 0,1-4 0,2-10 0,0-4 2031,5 32-2031,-2-38 706,-3-28-706,-1-16 0,-2-8 0,1-4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56.1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760 360 24575,'96'-4'0,"1"0"0,-1-1 0,0 1 0,0 0 0,0 0 0,0 0 0,0-1 0,-2 2 0,0 0 0,0 0 0,2 0 0,0 1 0,1-1 0,1 0 0,3 1 0,1-1-274,-13 1 1,2-1 0,2 1 0,0 0 0,2-1 0,1 1 0,0 0 0,0-1 0,1 1 0,-1 0 0,0 0 0,-2 0-1,1 0 1,0 0 0,0 1 0,0-1 0,1 0 0,-1 1 0,0-1 0,-1 1 0,1-1 0,-2 1 0,1-1 0,-2 0-25,4 0 0,0 0 0,-1-1 0,0 1 0,-1 0 0,0-1 0,-1 1 0,0-1 1,-1 1-1,-1-1 0,-1 1-67,11-1 1,-2 0 0,0 0 0,-1 0 0,-1 0 0,-1 0 0,-2-1 0,0 1 0,-1 0 394,-1-1 1,0 1 0,-2-1 0,0 1 0,-2-1-1,-1 0 1,0 0 0,-1 1-31,5-2 0,-2 1 0,-1 0 0,0-1 0,-2 1 0,0-1 0,0 1 0,6-1 0,0 0 0,-1 0 0,-1 0 0,-2 0 0,-1 0-139,7-1 0,-1 0 0,-2 0 0,-3 0 0,-2 0 139,4-1 0,-2 0 0,-3 1 0,-5 0 1092,5-1 0,-6 1 0,-5 0-1015,8 0 0,-7 0 1561,-15 1 0,-6 0-346,15-2 1984,-26 2-2860,-19 4 1451,-13 3-1867,-5 8 0,-7 19 0,-3 37 0,1-3 0,0 9 0,0-3 0,1 7 0,0 4-609,1-2 1,0 4 0,0 3 0,0 3 608,1-5 0,0 2 0,0 2 0,0 2 0,0 0-566,-1 6 1,1 2 0,0 0 0,0 1 0,1 0 565,-1 0 0,1 1 0,-1 1 0,1-3 0,0-1 0,1-8 0,-1-2 0,1-1 0,-1-1 0,1-3-192,1 7 1,0-2 0,0-2 0,0-4 191,1 10 0,0-4 0,0-5 0,0 13 0,-1-7 0,-1-17 0,-1-5 1948,-1 24-1948,0-26 3047,0-5-3047,0 17 1029,0 17-1029,0-37 0,0 3 0,0 7 0,0 1 0,0 0 0,0 1 0,0 3 0,0-1 0,0-4 0,0-2 0,0-7 0,0-3 0,0 35 0,0-26 0,-2-21 0,0-17 0,-3-12 0,0-6 0,-2-3 0,-9-2 0,-36 5 0,-14 6 0,-15 4 0,14-1 0,-8 2 0,-6 1 0,-5 2-547,7-1 1,-4 1 0,-4 1 0,-4 1 0,-2 1 0,-2-1 312,9-1 0,-3 0 0,-2 1 0,-2 0 0,-2 0 0,0 0 1,-2 0-1,-1-1-94,12-2 0,-1-1 0,-2 0 1,0 0-1,-2 0 0,0 0 1,0-1-1,-1 1 0,0-2 1,0 0 146,-3 0 1,-2 0 0,0 0 0,-1-1 0,0 0 0,0-1-1,0 0 1,0 0 0,1-2 0,1 0 180,3-1 0,0 0 0,0-1 0,1-1 0,0 0 0,0 0 0,1-1 0,0-1 0,1 0 0,1 0-276,-4-1 1,1 0-1,0-1 1,1 0 0,1-1-1,0-1 1,2 1 0,0-1-1,1 0 276,-15 0 0,2 0 0,1-1 0,1 0 0,1 0 0,2-1 0,2 0-207,-3-1 0,1 1 0,3-2 0,0 1 0,2-1 0,2 0 207,-10 0 0,3-1 0,0-1 0,3 1 0,2-2 387,-9 0 0,3 0 0,3-2 0,2 0-387,12 0 0,2 0 0,2-2 0,1 1 1092,-16-4 0,3 0 0,2-1-998,6 0 0,2 0 1,1 0-95,2-2 0,1 0 0,1-1 0,2 0 0,0-2 0,1 0 0,3-1 0,0-2 0,1 0 1092,0-2 0,1-1 0,1-1-953,-25-11 1,3 0-140,5 0 0,3 0 1445,7 3 0,3 0-1445,10 2 0,3 1 722,7 3 1,3 0-723,-19-15 744,25 11-744,20 11 207,12 8-207,6 4 0,3 2 0,0 0 0,0-5 0,1-9 0,-1-26 0,5-47 0,-1 17 0,2-7 0,1-14 0,2-3 0,-3 28 0,1-1 0,-1 2 0,4-26 0,1 5 0,-3 18 0,0 6 0,7-29 0,-6 43 0,-3 29 0,-3 14 0,1 6 0,0 1 0,7-10 0,18-19 0,3-1 0,6-5 0,20-15 0,6-2 0,10-5 0,3 2 0,-2 2 0,-3 3 0,-13 14 0,-5 6 0,12-7 0,-34 21 0,-21 12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3:04.4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24575,'35'0'0,"-3"0"0,-3 0 0,-1 0 0,-1 0 0,1 0 0,-2 0 0,-3 0 0,-2 0 0,-2 0 0,-1 0 0,1 0 0,-3 0 0,0 0 0,0 0 0,0 0 0,1 0 0,-1 0 0,-1 0 0,3 0 0,1 0 0,1 0 0,-1 0 0,-2 0 0,-1 0 0,0 0 0,0 0 0,1 0 0,-1 0 0,-2 0 0,-1 0 0,1 0 0,0 0 0,-7 0 0,-1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3:06.2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14 24575,'27'0'0,"0"0"0,-1 0 0,1 0 0,-2 0 0,-1 0 0,-1 0 0,-1 0 0,0 0 0,-2 0 0,-1 0 0,-1 0 0,1 0 0,-1 0 0,0 0 0,1 0 0,-3 0 0,0-3 0,-5-1 0,-1 0 0,-3 1 0,-2 3 0,1 0 0,1 0 0,5 0 0,5 0 0,2 0 0,-1 0 0,-3 0 0,-8 0 0,-2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2.1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0 147 24575,'78'-6'0,"7"-6"0,9-5 0,-6-4 0,-8 1 0,-17 2 0,-12 2 0,-8 3 0,-5 2 0,-5 4 0,-5 3 0,-5 2 0,-4 2 0,-9 0 0,-4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3.1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24575,'87'0'0,"0"0"0,5 0 0,-14 0 0,-21 0 0,-22 1 0,-18 5 0,-12 8 0,-4 11 0,-1 10 0,0 11 0,0 9 0,0 5 0,0 0 0,0-10 0,0-15 0,0-16 0,0-11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4.1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24575,'52'0'0,"0"0"0,15 0 0,6 0 0,23 0 0,4 0 0,-30 0 0,1 0 0,-1 0 0,31 0 0,-4 0 0,-12 0 0,-5 0 0,-16 0 0,-4 1 0,35 3 0,-25 3 0,-20 5 0,-12 2 0,-8 1 0,-8-3 0,-6-2 0,-9-6 0,-2-1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5.27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24575,'37'69'0,"3"-4"0,12 9 0,1-3 0,-3-5 0,1 2 0,-2-6 0,0 3 0,-1-1 0,-5-4 0,-4-4 0,-5-5 0,-2-2 0,-4-4 0,-5-7 0,-8-11 0,-7-8 0,-6-6 0,-3-3 0,-3 0 0,-10 9 0,-17 21 0,-15 22 0,17-20 0,-2 3 0,-1 4 0,0 2 0,3-4 0,2-2 0,-18 33 0,16-24 0,11-22 0,6-14 0,0-9 0,7-6 0,-1-3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6.71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7 24575,'61'-3'0,"36"0"0,-23 3 0,7 0 0,14 0 0,4 0 0,-29 0 0,0 0 0,0 0 0,30 0 0,-2 0 0,-10 1 0,-2 1 0,-10 2 0,-4 1 0,-11 2 0,-4 1 0,37 11 0,-28 0 0,-19-2 0,-11-2 0,-2-1 0,1-2 0,2-1 0,1 1 0,-4-1 0,-1 0 0,-7 0 0,-5-2 0,-1 0 0,-3-2 0,2-2 0,2 0 0,1 1 0,1 1 0,-2-1 0,-4-1 0,-4-2 0,-4-2 0,-6-3 0,-5-3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28.07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153 1 24575,'2'34'0,"6"6"0,4 10 0,5 0 0,-1-4 0,-3-6 0,-1-9 0,-2-4 0,1-6 0,-4-5 0,-2-3 0,-4-4 0,-1-2 0,0 1 0,0 1 0,0 10 0,0 16 0,-2 19 0,-5 15 0,-3 3 0,-3-10 0,-2-16 0,3-20 0,0-13 0,1-5 0,2-5 0,-1 1 0,0 2 0,-5 3 0,-5 7 0,-4 7 0,-3 7 0,1 0 0,6-4 0,7-5 0,6-11 0,5-4 0,0-7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45.0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24575,'96'0'0,"1"0"0,-20 0 0,3 0 0,5 0 0,-7 0 0,3 0 0,3 0 0,-2 0-472,-1 0 1,0 0 0,-1 0-1,-2 0 472,14 0 0,-2 0 0,-5 0 0,19 0 0,-10 0 304,-31 0 1,-8 0-305,20 0 311,-38 0-311,-18 0 0,-11 0 0,-5 0 0,-4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14.0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24575,'2'33'0,"4"2"0,5 3 0,4 3 0,0 6 0,-1 5 0,-4 8 0,-1 9 0,-3 4 0,-2 1 0,-2-2 0,-2-6 0,0-3 0,0-2 0,0-2 0,0 2 0,0 3 0,0 1 0,0 3 0,0 2 0,0 2 0,-3-1 0,-2 0 0,-2-7 0,-2-6 0,2-10 0,1-9 0,1-9 0,2-8 0,0-6 0,1-8 0,0-3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15.63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24575,'0'33'0,"0"4"0,5 10 0,6 3 0,5-5 0,0-4 0,-2-6 0,-2-5 0,-2-2 0,-1-1 0,-2-3 0,0-1 0,0-1 0,-1-4 0,-1 0 0,-1-2 0,-1-5 0,0-3 0,1-5 0,4-8 0,4-6 0,13-12 0,15-8 0,11-5 0,7-1 0,-5 4 0,-12 7 0,-11 6 0,-10 7 0,-9 4 0,-4 2 0,-3 1 0,-1 0 0,1 0 0,-1 1 0,0 1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17.6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24575,'0'27'0,"2"5"0,3 2 0,5 7 0,5 3 0,1 0 0,2 0 0,-3-3 0,0 0 0,-3-1 0,0-2 0,1 2 0,-2 0 0,-1 1 0,-1 3 0,-2 3 0,1 3 0,0 3 0,-2 2 0,-2 0 0,-2-1 0,-2 3 0,0 1 0,0 3 0,0 1 0,0-1 0,-2 3 0,-5 2 0,-6 4 0,-5 2 0,-1-1 0,-1-1 0,3-6 0,2-9 0,4-10 0,4-14 0,1-9 0,3-8 0,1-7 0,1-3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19.1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24575,'0'39'0,"0"3"0,0 7 0,0-3 0,0-2 0,0-1 0,0-2 0,0-3 0,0-4 0,0-5 0,0-2 0,0-3 0,0 0 0,0-1 0,0-2 0,0-3 0,0-3 0,1-4 0,2-4 0,2-3 0,3-11 0,7-13 0,21-20 0,-1 7 0,7-1 0,17-7 0,7 0 0,12-4 0,2 1 0,3 2 0,-2 2 0,-10 5 0,-5 3 0,-15 7 0,-5 2 0,15-11 0,-27 15 0,-18 9 0,-8 4 0,-5 4 0,-2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53.29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1 24575,'-1'83'0,"-1"1"0,1-11 0,0 4 0,0 5 0,1-7 0,0 3 0,0 3 0,0 2-820,0 8 1,0 2 0,0 1 0,0 1 637,0 3 1,0 1 0,0-1 0,0-2 181,0-11 0,0 0 0,0-3 0,0 0 142,0 18 0,0-1 0,0-5-142,0-16 0,0-2 0,0-4 0,0 22 0,0-1 391,0 0 0,0 0-391,0-8 0,0 0 0,0 1 0,0 0 0,1-6 0,1-4 0,2-10 0,0-4 2031,5 32-2031,-2-38 706,-3-28-706,-1-16 0,-2-8 0,1-4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17:56.14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760 360 24575,'96'-4'0,"1"0"0,-1-1 0,0 1 0,0 0 0,0 0 0,0 0 0,0-1 0,-2 2 0,0 0 0,0 0 0,2 0 0,0 1 0,1-1 0,1 0 0,3 1 0,1-1-274,-13 1 1,2-1 0,2 1 0,0 0 0,2-1 0,1 1 0,0 0 0,0-1 0,1 1 0,-1 0 0,0 0 0,-2 0-1,1 0 1,0 0 0,0 1 0,0-1 0,1 0 0,-1 1 0,0-1 0,-1 1 0,1-1 0,-2 1 0,1-1 0,-2 0-25,4 0 0,0 0 0,-1-1 0,0 1 0,-1 0 0,0-1 0,-1 1 0,0-1 1,-1 1-1,-1-1 0,-1 1-67,11-1 1,-2 0 0,0 0 0,-1 0 0,-1 0 0,-1 0 0,-2-1 0,0 1 0,-1 0 394,-1-1 1,0 1 0,-2-1 0,0 1 0,-2-1-1,-1 0 1,0 0 0,-1 1-31,5-2 0,-2 1 0,-1 0 0,0-1 0,-2 1 0,0-1 0,0 1 0,6-1 0,0 0 0,-1 0 0,-1 0 0,-2 0 0,-1 0-139,7-1 0,-1 0 0,-2 0 0,-3 0 0,-2 0 139,4-1 0,-2 0 0,-3 1 0,-5 0 1092,5-1 0,-6 1 0,-5 0-1015,8 0 0,-7 0 1561,-15 1 0,-6 0-346,15-2 1984,-26 2-2860,-19 4 1451,-13 3-1867,-5 8 0,-7 19 0,-3 37 0,1-3 0,0 9 0,0-3 0,1 7 0,0 4-609,1-2 1,0 4 0,0 3 0,0 3 608,1-5 0,0 2 0,0 2 0,0 2 0,0 0-566,-1 6 1,1 2 0,0 0 0,0 1 0,1 0 565,-1 0 0,1 1 0,-1 1 0,1-3 0,0-1 0,1-8 0,-1-2 0,1-1 0,-1-1 0,1-3-192,1 7 1,0-2 0,0-2 0,0-4 191,1 10 0,0-4 0,0-5 0,0 13 0,-1-7 0,-1-17 0,-1-5 1948,-1 24-1948,0-26 3047,0-5-3047,0 17 1029,0 17-1029,0-37 0,0 3 0,0 7 0,0 1 0,0 0 0,0 1 0,0 3 0,0-1 0,0-4 0,0-2 0,0-7 0,0-3 0,0 35 0,0-26 0,-2-21 0,0-17 0,-3-12 0,0-6 0,-2-3 0,-9-2 0,-36 5 0,-14 6 0,-15 4 0,14-1 0,-8 2 0,-6 1 0,-5 2-547,7-1 1,-4 1 0,-4 1 0,-4 1 0,-2 1 0,-2-1 312,9-1 0,-3 0 0,-2 1 0,-2 0 0,-2 0 0,0 0 1,-2 0-1,-1-1-94,12-2 0,-1-1 0,-2 0 1,0 0-1,-2 0 0,0 0 1,0-1-1,-1 1 0,0-2 1,0 0 146,-3 0 1,-2 0 0,0 0 0,-1-1 0,0 0 0,0-1-1,0 0 1,0 0 0,1-2 0,1 0 180,3-1 0,0 0 0,0-1 0,1-1 0,0 0 0,0 0 0,1-1 0,0-1 0,1 0 0,1 0-276,-4-1 1,1 0-1,0-1 1,1 0 0,1-1-1,0-1 1,2 1 0,0-1-1,1 0 276,-15 0 0,2 0 0,1-1 0,1 0 0,1 0 0,2-1 0,2 0-207,-3-1 0,1 1 0,3-2 0,0 1 0,2-1 0,2 0 207,-10 0 0,3-1 0,0-1 0,3 1 0,2-2 387,-9 0 0,3 0 0,3-2 0,2 0-387,12 0 0,2 0 0,2-2 0,1 1 1092,-16-4 0,3 0 0,2-1-998,6 0 0,2 0 1,1 0-95,2-2 0,1 0 0,1-1 0,2 0 0,0-2 0,1 0 0,3-1 0,0-2 0,1 0 1092,0-2 0,1-1 0,1-1-953,-25-11 1,3 0-140,5 0 0,3 0 1445,7 3 0,3 0-1445,10 2 0,3 1 722,7 3 1,3 0-723,-19-15 744,25 11-744,20 11 207,12 8-207,6 4 0,3 2 0,0 0 0,0-5 0,1-9 0,-1-26 0,5-47 0,-1 17 0,2-7 0,1-14 0,2-3 0,-3 28 0,1-1 0,-1 2 0,4-26 0,1 5 0,-3 18 0,0 6 0,7-29 0,-6 43 0,-3 29 0,-3 14 0,1 6 0,0 1 0,7-10 0,18-19 0,3-1 0,6-5 0,20-15 0,6-2 0,10-5 0,3 2 0,-2 2 0,-3 3 0,-13 14 0,-5 6 0,12-7 0,-34 21 0,-21 12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33.68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1 683 24575,'98'-15'0,"-29"0"0,7-3 0,-4 2 0,5-3 0,2 0-927,8-3 1,3-1 0,-1 0 926,0 2 0,0 0 0,-1 1 0,-1 1 0,0 0 0,-2 1 176,-3 1 1,-1 0 0,0 0-177,2-1 0,0 1 0,1 0 0,3-2 0,0 0 0,1 0-136,2-2 0,2 0 0,-1 1 136,0 0 0,-1 1 0,-1 0 0,-5 3 0,-2 1 0,0 2 0,-8 1 0,0 2 0,-2 1 0,26-2 0,-4 3 0,-9 2 0,-2 1 0,-9 2 0,-3 0 674,-10 1 0,-3 1-674,36 1 276,-16 0-276,-7 0 1033,-5 0-1033,-2 0 0,4 0 0,3 0 0,8 0 0,9 0 0,9 0 0,-46 0 0,1 0 0,1 1 0,1 0 0,-2 1 0,1 1 0,45 5 0,-2 3 0,-9-2 0,-4 0 0,-7 1 0,-10-1 0,-6-2 0,-8-1 0,-2 0 0,-5 0 0,-2 2 0,-3 1 0,-3-1 0,-4-1 0,-6 1 0,-5-2 0,-5-1 0,-2-1 0,-4-5 0,-4-14-820,-3-7 1,-3 4 0,-1 3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34.9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44 0 24575,'-3'53'0,"4"-1"0,7 7 0,5-4 0,4-8 0,-4-9 0,0-11 0,-3-8 0,-2-3 0,-2-5 0,-5-1 0,-4-1 0,-5-1 0,-6 4 0,-4 3 0,-3 6 0,2 2 0,3 1 0,3-4 0,5-4 0,2-3 0,3-2 0,1-4 0,2-4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43.9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1054 24575,'65'-18'0,"1"0"0,-1 0 0,11-1 0,1 0 0,3-1 0,7-3 0,2-1 0,3 0-820,-15 4 1,2-1 0,2-1 0,3 1 425,-8 2 1,1 0 0,2 0 0,2-1 0,1 0-72,10-2 0,1-1 0,2 0 0,2 0 0,2 1 465,-7 2 0,2-1 0,2 1 0,0 0 0,1 1 0,-1 0-202,-11 4 0,0 0 0,0 0 0,1 0 0,0 1 1,-1 1-1,1 0 202,-1 0 0,0 1 0,0 0 0,0 0 0,0 1 0,0 0 0,0 0 0,13-1 0,1 0 0,-1 1 0,1 0 0,-1 0 0,0 0-358,-1 0 1,0 1 0,-1 0 0,0 0 0,0 0-1,-1 1 358,-2-1 0,0 1 0,-1 0 0,0 0 0,-1 1 0,0-1-57,-2 1 0,-1 1 1,0 0-1,0 0 1,-1 0-1,0 1 57,-2 0 0,0 1 0,-1 0 0,0 0 0,0 1 0,-1 0 105,14 0 1,-1 1 0,0-1 0,-1 2 0,-1 0-106,-3 0 0,-1 0 0,-1 1 0,-1 1 0,0-1 279,-6 0 1,0 1 0,-1 0 0,-2 0 0,-1 0-280,11 0 0,-1 0 0,-3 1 0,-2 0 670,15 1 0,-5 1 0,-2 2-670,-12 0 0,-2 1 0,-3 2 1315,20 5 1,-5 3-1316,-13-1 0,-6 2 1181,-16-2 0,-6 1-1181,13 9 1776,-27-5-1776,-18-5 758,-10-2-758,-3-4 0,-3-2 0,0-3 0,0-1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45.28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203 0 24575,'17'53'0,"14"10"0,15 16 0,7 1 0,-7-10 0,-12-14 0,-11-16 0,-9-14 0,-7-12 0,-4-3 0,-5-3 0,-3-3 0,-4 2 0,-8 3 0,-9 7 0,-12 8 0,-10 5 0,-11 3 0,-6-2 0,1-3 0,6-4 0,16-4 0,16-4 0,13-3 0,9-3 0,4-2 0,0-1 0,0 0 0,-1 1 0,2-2 0,2-1 0,0-2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51.35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7955 863 24575,'-56'34'0,"0"0"0,-18 4 0,-11 0 0,21-12 0,-5 0 0,-5-1 0,-1 0-820,-11 2 1,-3 0 0,-3-2 0,-3-2 410,7-4 1,-2-1 0,-2-2 0,-2-1 0,0-1 49,10-1 1,-1-2 0,-1 0 0,-1-1 0,1 0 0,0-2 358,1-2 0,0 0 0,0-2 0,1 0 0,-1 0 0,0-1 0,-1 0 0,-1-1 0,0 0 0,1 0 0,1-1 0,0 0-73,-9 0 0,1-1 0,1 0 0,1-2 0,0 0 73,4-1 0,0 0 0,1-2 0,1 0 0,1-2-278,-13-3 0,1-2 0,1-1 0,2-3 278,6 0 0,2-3 0,0-1 0,2-1 0,4-1 0,0-2 0,1-1 0,1 1 0,1 1 0,1 0 0,0 0 0,0-1 299,3 2 1,-1 0-1,2-1 1,0 1-300,-18-7 0,1 0 0,1 0 0,7 2 0,1 0 0,0 0 0,6 1 0,0 0 0,1 0 768,3 1 0,2 0 0,-1 0-768,2 0 0,0 0 0,1 0 0,2 0 0,1-1 0,0 1 0,-30-14 0,2 1 0,5 3 0,1 1 0,4 2 0,0 2 1145,5 1 1,1 2-1146,6 1 0,2 2 835,2-1 1,3 2-836,7 1 0,4 2 1005,-31-15-1005,22 10 118,24 8 1,19 10 0,8 3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52.69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1304 0 24575,'-22'0'0,"-17"0"0,-24 0 0,15 0 0,-4 0 0,-9 0 0,-1 0 0,-2 0 0,1 0 0,2 0 0,1 0 0,4 0 0,1 0 0,3 0 0,1 0 0,-46 2 0,9 4 0,14 4 0,13 2 0,14-1 0,13-3 0,8 0 0,4 1 0,4 0 0,4 0 0,5-1 0,6-2 0,2 0 0,1 2 0,3 1 0,3 7 0,3 11 0,1 18 0,3 20 0,2 20 0,-7-36 0,0 1 0,-1 1 0,0-1 0,5 41 0,-5-19 0,-4-27 0,-1-19 0,-2-11 0,0-5 0,1-2 0,0-3 0,0-4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54.48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8302 1 24575,'-55'60'0,"12"-23"0,-7 0 0,-20 11 0,-7 2 0,15-13 0,-2 0 0,-2 0 0,-5 2 0,-2 0 0,0-1-315,3-2 1,0-1-1,1-1 315,2-2 0,1 0 0,1-2 0,-23 11 0,3-2 155,13-7 0,2-1-155,7-6 0,3-2 78,11-7 1,2-2-79,-46 7 0,43-12 0,-2-1 0,-9-2 0,-4-1 238,-4-1 1,-2-1-239,-9 1 0,-3-1 0,-4-1 0,-2 1 0,-1-1 0,-2 0 0,25-1 0,-1 0 0,0 0 0,0-1 0,1 0 0,-2 0 0,0 0 0,-2 0 0,1 0-206,-3 0 0,0 0 0,-1 0 206,-1 0 0,-1 0 0,1 0 0,-2 0 0,1 0 0,-1 0 0,-2 0 0,-1 0 0,1 0 0,0 0 0,1 0 0,1 0 0,3 0 0,0 0 0,1 0 0,0 0 0,1 0 0,1 0-85,-23 0 0,1 0 85,5 0 0,1 0 0,1 0 0,0 0 0,0 0 0,0 0 0,0 0 0,1 0 0,0 0 0,2 0 0,4 0 0,2 0 0,3 0 0,1 0 0,0 1 0,-1 1 306,1-1 1,-2 1-307,-1 0 0,-1-1 87,0 1 1,-1-1-88,-1-1 0,0 0 0,1 0 0,-1 0 0,0 0 0,-1 0 0,-4 0 0,0 0 0,4 0 0,1 0 0,3 0 0,1 0 0,5 0 0,2 0 0,8 0 0,2 0 0,6 0 0,2 0 0,-31 0 0,24 0 0,17 0 0,19 0 0,11 0 0,8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56.0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525 1 24575,'3'25'0,"-1"2"0,-10 1 0,-6 3 0,-7 0 0,-7 8 0,-5 7 0,-5 5 0,-1 1 0,3-5 0,4-5 0,2 0 0,1-4 0,0-1 0,1-4 0,-1-4 0,2-3 0,1-4 0,2-2 0,3-4 0,4-2 0,4-4 0,6-4 0,11-2 0,22 2 0,41 13 0,-12-1 0,7 4 0,16 8 0,3 3 0,8 4 0,1 1 0,-5 0 0,-2-2 0,-15-5 0,-4-2 0,-16-7 0,-5-3 0,11 6 0,-27-12 0,-17-8 0,-5-3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1T10:42:57.3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28 24575,'97'0'0,"-1"0"0,-18 0 0,4 0 0,4 0 0,-6 0 0,3 0 0,3 0 0,-2 0-743,3 0 1,0 0 0,-1 0-1,-2 0 743,15 0 0,-3 0 0,-3 0 0,-11 0 0,-2 0 0,-5 0 469,14 1 1,-6-2-470,-14 0 0,-5-2 488,34-2-488,-36-1 0,-28 0 0,-16 3 0,-11 1 0,-4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98DD3-F11F-1E98-4AFE-569A2D5AE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D5713-FA48-36C2-64DA-B7A17FC32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A0AF-EE2A-E918-DA6A-24E920BCC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01451-0433-6202-6305-BFCA577D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B1705-4496-339C-578F-A281D4D3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27585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A3BF9-87C2-D164-D298-17CDC76F7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6E3B5-C52B-F2E5-D47C-DB8C28162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20ABC-2AD8-66DF-3913-7329FDFA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E46D9-3B89-1CE5-37ED-D1ABB2ED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F2A13-756F-3DD4-EC68-23A938BE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83567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06EE6-8473-196B-19EB-248532859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FD3EF-A6FE-49C3-8477-F70691BBA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E5D7F-8478-D5DC-EF31-7A1020316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34F3A-FF32-44D9-BFA8-5FD02A7D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DE5BB-BBED-1047-3A36-1A80035D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243547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95B63-8FCE-21DF-D730-8B16245A1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F7552-DEEF-61B5-4FAB-05FAC50D7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437EA9-5663-5A01-BF19-1DDE6702F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53094D-177F-D165-DD14-D3952F45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350E3-EC05-E856-13E6-516AD789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9EB5C-96EE-936B-36FD-7D7B84618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732992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1057-C590-3108-2590-F858D770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204D5-E4E7-F2DC-2EDB-DFAB618D9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125B-B643-7B5B-2EFE-74CD155987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2C76D-6B46-86DE-7E7B-489BAFE865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70C9FD-F570-6CDC-CE57-6BF40FBDE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F3FB69-8811-BADF-E8D0-196E3009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09FAD2-821F-9003-DBAD-4F615D214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8A7178-5191-4DC3-A5C2-47EE7DC9A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4055287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06FD-BC24-29C1-A8DE-30E4C2D4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5D2CB-1DBE-FDDC-A276-FA64E9B86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0D426-85B1-6C52-50FA-735505FD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E7D56-F2E6-C9B9-0FDC-87435CFB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5612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D9DBC-F00E-76CC-A01F-B8E7D72B8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F67934-459E-A065-40B9-515DBC303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8248E-CD88-DA62-81EB-D1EED53A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681745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023C8-9BE0-16E4-C2CE-555A085E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B7210-CAEB-6E67-CACE-8BDECC828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D4B437-00A4-62EC-ABC0-25EEBDF57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E0D1A-62D1-15A5-0D89-882048F04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0D7FE-1966-CAB9-B0BF-A43BF705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14738-53BF-72AA-E016-B75B1A2D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836475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AFCD-CFD2-A3B0-7951-0931A621D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346B5-E383-B6E2-F853-261D2D33B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2ABDFE-542A-6D96-F929-74F24EB50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8F80E-E018-8ECA-26BC-3980B2164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9E6F76-57B8-AAA2-C6ED-ECA32682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E0966-1992-A749-898F-7A3CEA22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137279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C5B5-8CF0-EC41-44B8-3D1D8EBD4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7C12B-BE39-64B4-AB68-C3EA01CB2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FEFFA-47E0-477A-C475-DA75D19A7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116CB-CA25-43AC-B7DF-1B6BD357E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257F7-7FDE-618B-2445-D0099E82E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325592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47E95F-58C2-7706-46F4-406CB06599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DEBC4D-ADB4-F214-7A7C-28CCE5A96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B9E37-EB09-1AA0-811B-A72288C7F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0D978-1534-D08E-81F0-323088CB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D4114-B8FF-5F1A-D9D0-61F73C77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506565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93CB8-3421-5C05-DAA2-7AC1E87A7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5ECD1-2BBF-811A-6C89-AD045718E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84DCF-C8E5-BCD5-E66D-48C110BBC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A8542-303F-7F43-9654-6676D649DDC9}" type="datetimeFigureOut">
              <a:rPr lang="en-TR" smtClean="0"/>
              <a:t>21.02.2025</a:t>
            </a:fld>
            <a:endParaRPr lang="en-T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B76EC-AFBD-4FCD-C427-80689C4BA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7D4A5-4EB0-23BD-766D-BF8605F23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8F793-69D7-2A4D-8FF8-57594C5CC436}" type="slidenum">
              <a:rPr lang="en-TR" smtClean="0"/>
              <a:t>‹#›</a:t>
            </a:fld>
            <a:endParaRPr lang="en-TR"/>
          </a:p>
        </p:txBody>
      </p:sp>
    </p:spTree>
    <p:extLst>
      <p:ext uri="{BB962C8B-B14F-4D97-AF65-F5344CB8AC3E}">
        <p14:creationId xmlns:p14="http://schemas.microsoft.com/office/powerpoint/2010/main" val="3905256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34" Type="http://schemas.openxmlformats.org/officeDocument/2006/relationships/customXml" Target="../ink/ink17.xml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63" Type="http://schemas.openxmlformats.org/officeDocument/2006/relationships/image" Target="../media/image3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66" Type="http://schemas.openxmlformats.org/officeDocument/2006/relationships/customXml" Target="../ink/ink33.xml"/><Relationship Id="rId5" Type="http://schemas.openxmlformats.org/officeDocument/2006/relationships/image" Target="../media/image2.png"/><Relationship Id="rId61" Type="http://schemas.openxmlformats.org/officeDocument/2006/relationships/image" Target="../media/image30.png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56" Type="http://schemas.openxmlformats.org/officeDocument/2006/relationships/customXml" Target="../ink/ink28.xml"/><Relationship Id="rId64" Type="http://schemas.openxmlformats.org/officeDocument/2006/relationships/customXml" Target="../ink/ink32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customXml" Target="../ink/ink23.xml"/><Relationship Id="rId59" Type="http://schemas.openxmlformats.org/officeDocument/2006/relationships/image" Target="../media/image29.png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loudera.com/cdp-private-cloud-upgrade/latest/upgrade-hdp/topics/amb-cm-installation-setup.html" TargetMode="External"/><Relationship Id="rId2" Type="http://schemas.openxmlformats.org/officeDocument/2006/relationships/hyperlink" Target="https://hub.docker.com/r/cloudera/quickstar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7.xml"/><Relationship Id="rId13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6.png"/><Relationship Id="rId12" Type="http://schemas.openxmlformats.org/officeDocument/2006/relationships/customXml" Target="../ink/ink39.xml"/><Relationship Id="rId17" Type="http://schemas.openxmlformats.org/officeDocument/2006/relationships/image" Target="../media/image41.png"/><Relationship Id="rId2" Type="http://schemas.openxmlformats.org/officeDocument/2006/relationships/customXml" Target="../ink/ink34.xml"/><Relationship Id="rId16" Type="http://schemas.openxmlformats.org/officeDocument/2006/relationships/customXml" Target="../ink/ink4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11" Type="http://schemas.openxmlformats.org/officeDocument/2006/relationships/image" Target="../media/image38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10" Type="http://schemas.openxmlformats.org/officeDocument/2006/relationships/customXml" Target="../ink/ink38.xml"/><Relationship Id="rId4" Type="http://schemas.openxmlformats.org/officeDocument/2006/relationships/customXml" Target="../ink/ink35.xml"/><Relationship Id="rId9" Type="http://schemas.openxmlformats.org/officeDocument/2006/relationships/image" Target="../media/image37.png"/><Relationship Id="rId14" Type="http://schemas.openxmlformats.org/officeDocument/2006/relationships/customXml" Target="../ink/ink4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13" Type="http://schemas.openxmlformats.org/officeDocument/2006/relationships/image" Target="../media/image45.png"/><Relationship Id="rId18" Type="http://schemas.openxmlformats.org/officeDocument/2006/relationships/customXml" Target="../ink/ink50.xml"/><Relationship Id="rId26" Type="http://schemas.openxmlformats.org/officeDocument/2006/relationships/customXml" Target="../ink/ink54.xml"/><Relationship Id="rId3" Type="http://schemas.openxmlformats.org/officeDocument/2006/relationships/image" Target="../media/image40.png"/><Relationship Id="rId21" Type="http://schemas.openxmlformats.org/officeDocument/2006/relationships/image" Target="../media/image49.png"/><Relationship Id="rId7" Type="http://schemas.openxmlformats.org/officeDocument/2006/relationships/image" Target="../media/image42.png"/><Relationship Id="rId12" Type="http://schemas.openxmlformats.org/officeDocument/2006/relationships/customXml" Target="../ink/ink47.xml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2" Type="http://schemas.openxmlformats.org/officeDocument/2006/relationships/customXml" Target="../ink/ink42.xml"/><Relationship Id="rId16" Type="http://schemas.openxmlformats.org/officeDocument/2006/relationships/customXml" Target="../ink/ink49.xml"/><Relationship Id="rId20" Type="http://schemas.openxmlformats.org/officeDocument/2006/relationships/customXml" Target="../ink/ink51.xml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4.xml"/><Relationship Id="rId11" Type="http://schemas.openxmlformats.org/officeDocument/2006/relationships/image" Target="../media/image44.png"/><Relationship Id="rId24" Type="http://schemas.openxmlformats.org/officeDocument/2006/relationships/customXml" Target="../ink/ink53.xml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23" Type="http://schemas.openxmlformats.org/officeDocument/2006/relationships/image" Target="../media/image50.png"/><Relationship Id="rId28" Type="http://schemas.openxmlformats.org/officeDocument/2006/relationships/customXml" Target="../ink/ink55.xml"/><Relationship Id="rId10" Type="http://schemas.openxmlformats.org/officeDocument/2006/relationships/customXml" Target="../ink/ink46.xml"/><Relationship Id="rId19" Type="http://schemas.openxmlformats.org/officeDocument/2006/relationships/image" Target="../media/image48.png"/><Relationship Id="rId31" Type="http://schemas.openxmlformats.org/officeDocument/2006/relationships/image" Target="../media/image54.png"/><Relationship Id="rId4" Type="http://schemas.openxmlformats.org/officeDocument/2006/relationships/customXml" Target="../ink/ink43.xml"/><Relationship Id="rId9" Type="http://schemas.openxmlformats.org/officeDocument/2006/relationships/image" Target="../media/image43.png"/><Relationship Id="rId14" Type="http://schemas.openxmlformats.org/officeDocument/2006/relationships/customXml" Target="../ink/ink48.xml"/><Relationship Id="rId22" Type="http://schemas.openxmlformats.org/officeDocument/2006/relationships/customXml" Target="../ink/ink52.xml"/><Relationship Id="rId27" Type="http://schemas.openxmlformats.org/officeDocument/2006/relationships/image" Target="../media/image52.png"/><Relationship Id="rId30" Type="http://schemas.openxmlformats.org/officeDocument/2006/relationships/customXml" Target="../ink/ink5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.xml"/><Relationship Id="rId13" Type="http://schemas.openxmlformats.org/officeDocument/2006/relationships/image" Target="../media/image45.png"/><Relationship Id="rId18" Type="http://schemas.openxmlformats.org/officeDocument/2006/relationships/customXml" Target="../ink/ink65.xml"/><Relationship Id="rId26" Type="http://schemas.openxmlformats.org/officeDocument/2006/relationships/customXml" Target="../ink/ink69.xml"/><Relationship Id="rId3" Type="http://schemas.openxmlformats.org/officeDocument/2006/relationships/image" Target="../media/image40.png"/><Relationship Id="rId21" Type="http://schemas.openxmlformats.org/officeDocument/2006/relationships/image" Target="../media/image49.png"/><Relationship Id="rId7" Type="http://schemas.openxmlformats.org/officeDocument/2006/relationships/image" Target="../media/image42.png"/><Relationship Id="rId12" Type="http://schemas.openxmlformats.org/officeDocument/2006/relationships/customXml" Target="../ink/ink62.xml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2" Type="http://schemas.openxmlformats.org/officeDocument/2006/relationships/customXml" Target="../ink/ink57.xml"/><Relationship Id="rId16" Type="http://schemas.openxmlformats.org/officeDocument/2006/relationships/customXml" Target="../ink/ink64.xml"/><Relationship Id="rId20" Type="http://schemas.openxmlformats.org/officeDocument/2006/relationships/customXml" Target="../ink/ink66.xml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1" Type="http://schemas.openxmlformats.org/officeDocument/2006/relationships/image" Target="../media/image44.png"/><Relationship Id="rId24" Type="http://schemas.openxmlformats.org/officeDocument/2006/relationships/customXml" Target="../ink/ink68.xml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23" Type="http://schemas.openxmlformats.org/officeDocument/2006/relationships/image" Target="../media/image50.png"/><Relationship Id="rId28" Type="http://schemas.openxmlformats.org/officeDocument/2006/relationships/customXml" Target="../ink/ink70.xml"/><Relationship Id="rId10" Type="http://schemas.openxmlformats.org/officeDocument/2006/relationships/customXml" Target="../ink/ink61.xml"/><Relationship Id="rId19" Type="http://schemas.openxmlformats.org/officeDocument/2006/relationships/image" Target="../media/image48.png"/><Relationship Id="rId31" Type="http://schemas.openxmlformats.org/officeDocument/2006/relationships/image" Target="../media/image54.png"/><Relationship Id="rId4" Type="http://schemas.openxmlformats.org/officeDocument/2006/relationships/customXml" Target="../ink/ink58.xml"/><Relationship Id="rId9" Type="http://schemas.openxmlformats.org/officeDocument/2006/relationships/image" Target="../media/image43.png"/><Relationship Id="rId14" Type="http://schemas.openxmlformats.org/officeDocument/2006/relationships/customXml" Target="../ink/ink63.xml"/><Relationship Id="rId22" Type="http://schemas.openxmlformats.org/officeDocument/2006/relationships/customXml" Target="../ink/ink67.xml"/><Relationship Id="rId27" Type="http://schemas.openxmlformats.org/officeDocument/2006/relationships/image" Target="../media/image52.png"/><Relationship Id="rId30" Type="http://schemas.openxmlformats.org/officeDocument/2006/relationships/customXml" Target="../ink/ink7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5.xml"/><Relationship Id="rId13" Type="http://schemas.openxmlformats.org/officeDocument/2006/relationships/image" Target="../media/image60.png"/><Relationship Id="rId18" Type="http://schemas.openxmlformats.org/officeDocument/2006/relationships/customXml" Target="../ink/ink80.xml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12" Type="http://schemas.openxmlformats.org/officeDocument/2006/relationships/customXml" Target="../ink/ink77.xml"/><Relationship Id="rId17" Type="http://schemas.openxmlformats.org/officeDocument/2006/relationships/image" Target="../media/image62.png"/><Relationship Id="rId2" Type="http://schemas.openxmlformats.org/officeDocument/2006/relationships/customXml" Target="../ink/ink72.xml"/><Relationship Id="rId16" Type="http://schemas.openxmlformats.org/officeDocument/2006/relationships/customXml" Target="../ink/ink7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4.xml"/><Relationship Id="rId11" Type="http://schemas.openxmlformats.org/officeDocument/2006/relationships/image" Target="../media/image59.png"/><Relationship Id="rId5" Type="http://schemas.openxmlformats.org/officeDocument/2006/relationships/image" Target="../media/image56.png"/><Relationship Id="rId15" Type="http://schemas.openxmlformats.org/officeDocument/2006/relationships/image" Target="../media/image61.png"/><Relationship Id="rId10" Type="http://schemas.openxmlformats.org/officeDocument/2006/relationships/customXml" Target="../ink/ink76.xml"/><Relationship Id="rId19" Type="http://schemas.openxmlformats.org/officeDocument/2006/relationships/image" Target="../media/image63.png"/><Relationship Id="rId4" Type="http://schemas.openxmlformats.org/officeDocument/2006/relationships/customXml" Target="../ink/ink73.xml"/><Relationship Id="rId9" Type="http://schemas.openxmlformats.org/officeDocument/2006/relationships/image" Target="../media/image58.png"/><Relationship Id="rId14" Type="http://schemas.openxmlformats.org/officeDocument/2006/relationships/customXml" Target="../ink/ink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47C4F0-1A4A-E9B6-C87F-6894755D5FDF}"/>
              </a:ext>
            </a:extLst>
          </p:cNvPr>
          <p:cNvSpPr/>
          <p:nvPr/>
        </p:nvSpPr>
        <p:spPr>
          <a:xfrm>
            <a:off x="181237" y="5805380"/>
            <a:ext cx="2053957" cy="5812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Linux</a:t>
            </a:r>
          </a:p>
          <a:p>
            <a:pPr algn="ctr"/>
            <a:r>
              <a:rPr lang="en-TR" dirty="0"/>
              <a:t>(ssh service)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A766F-C687-7C1F-B883-EB8C892CFD71}"/>
              </a:ext>
            </a:extLst>
          </p:cNvPr>
          <p:cNvSpPr/>
          <p:nvPr/>
        </p:nvSpPr>
        <p:spPr>
          <a:xfrm>
            <a:off x="241904" y="4332308"/>
            <a:ext cx="11187457" cy="40080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HDFS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79EC24-1816-F1AD-DBAA-5032874E5D7B}"/>
              </a:ext>
            </a:extLst>
          </p:cNvPr>
          <p:cNvSpPr/>
          <p:nvPr/>
        </p:nvSpPr>
        <p:spPr>
          <a:xfrm>
            <a:off x="181237" y="5306851"/>
            <a:ext cx="2053957" cy="4008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</a:t>
            </a:r>
            <a:r>
              <a:rPr lang="en-US" dirty="0"/>
              <a:t>a</a:t>
            </a:r>
            <a:r>
              <a:rPr lang="en-TR" dirty="0"/>
              <a:t>va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49B76C-5727-CA4D-F78B-856C974FB786}"/>
              </a:ext>
            </a:extLst>
          </p:cNvPr>
          <p:cNvSpPr/>
          <p:nvPr/>
        </p:nvSpPr>
        <p:spPr>
          <a:xfrm>
            <a:off x="2494946" y="5805380"/>
            <a:ext cx="2053957" cy="5812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Linux</a:t>
            </a:r>
          </a:p>
          <a:p>
            <a:pPr algn="ctr"/>
            <a:r>
              <a:rPr lang="en-TR" dirty="0"/>
              <a:t>(ssh service)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7A1BD3-C15E-D9B4-A233-D9C6EC3E6581}"/>
              </a:ext>
            </a:extLst>
          </p:cNvPr>
          <p:cNvSpPr/>
          <p:nvPr/>
        </p:nvSpPr>
        <p:spPr>
          <a:xfrm>
            <a:off x="2494946" y="5306851"/>
            <a:ext cx="2053957" cy="4008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</a:t>
            </a:r>
            <a:r>
              <a:rPr lang="en-US" dirty="0"/>
              <a:t>a</a:t>
            </a:r>
            <a:r>
              <a:rPr lang="en-TR" dirty="0"/>
              <a:t>va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68520-0E76-8B73-1EAD-FE061B16E70A}"/>
              </a:ext>
            </a:extLst>
          </p:cNvPr>
          <p:cNvSpPr/>
          <p:nvPr/>
        </p:nvSpPr>
        <p:spPr>
          <a:xfrm>
            <a:off x="4808655" y="5805380"/>
            <a:ext cx="2053957" cy="5812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Linux</a:t>
            </a:r>
          </a:p>
          <a:p>
            <a:pPr algn="ctr"/>
            <a:r>
              <a:rPr lang="en-TR" dirty="0"/>
              <a:t>(ssh service)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49B97E-BB6F-E34A-CD44-02C6B101F8FF}"/>
              </a:ext>
            </a:extLst>
          </p:cNvPr>
          <p:cNvSpPr/>
          <p:nvPr/>
        </p:nvSpPr>
        <p:spPr>
          <a:xfrm>
            <a:off x="4808655" y="5306851"/>
            <a:ext cx="2053957" cy="4008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</a:t>
            </a:r>
            <a:r>
              <a:rPr lang="en-US" dirty="0"/>
              <a:t>a</a:t>
            </a:r>
            <a:r>
              <a:rPr lang="en-TR" dirty="0"/>
              <a:t>va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0DEA48-A03A-3AC2-B0F8-637B4C792A78}"/>
              </a:ext>
            </a:extLst>
          </p:cNvPr>
          <p:cNvSpPr/>
          <p:nvPr/>
        </p:nvSpPr>
        <p:spPr>
          <a:xfrm>
            <a:off x="7122364" y="5805380"/>
            <a:ext cx="2053957" cy="5812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Linux</a:t>
            </a:r>
          </a:p>
          <a:p>
            <a:pPr algn="ctr"/>
            <a:r>
              <a:rPr lang="en-TR" dirty="0"/>
              <a:t>(ssh service)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3C43FE-27BE-CF89-3633-F6C06249E603}"/>
              </a:ext>
            </a:extLst>
          </p:cNvPr>
          <p:cNvSpPr/>
          <p:nvPr/>
        </p:nvSpPr>
        <p:spPr>
          <a:xfrm>
            <a:off x="7122364" y="5306851"/>
            <a:ext cx="2053957" cy="4008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</a:t>
            </a:r>
            <a:r>
              <a:rPr lang="en-US" dirty="0"/>
              <a:t>a</a:t>
            </a:r>
            <a:r>
              <a:rPr lang="en-TR" dirty="0"/>
              <a:t>va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D353C4-2949-B9FC-0A24-BB2CD75B9A77}"/>
              </a:ext>
            </a:extLst>
          </p:cNvPr>
          <p:cNvSpPr/>
          <p:nvPr/>
        </p:nvSpPr>
        <p:spPr>
          <a:xfrm>
            <a:off x="9436073" y="5805380"/>
            <a:ext cx="2053957" cy="58123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Linux</a:t>
            </a:r>
          </a:p>
          <a:p>
            <a:pPr algn="ctr"/>
            <a:r>
              <a:rPr lang="en-TR" dirty="0"/>
              <a:t>(ssh service)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52C07-BB3C-0877-B68A-EC1E77D70597}"/>
              </a:ext>
            </a:extLst>
          </p:cNvPr>
          <p:cNvSpPr/>
          <p:nvPr/>
        </p:nvSpPr>
        <p:spPr>
          <a:xfrm>
            <a:off x="9436073" y="5306851"/>
            <a:ext cx="2053957" cy="4008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</a:t>
            </a:r>
            <a:r>
              <a:rPr lang="en-US" dirty="0"/>
              <a:t>a</a:t>
            </a:r>
            <a:r>
              <a:rPr lang="en-TR" dirty="0"/>
              <a:t>va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27D24CB-B733-016F-5EFC-F6081FCC33FC}"/>
                  </a:ext>
                </a:extLst>
              </p14:cNvPr>
              <p14:cNvContentPartPr/>
              <p14:nvPr/>
            </p14:nvContentPartPr>
            <p14:xfrm>
              <a:off x="71513" y="4971800"/>
              <a:ext cx="2352240" cy="18788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27D24CB-B733-016F-5EFC-F6081FCC33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513" y="4936160"/>
                <a:ext cx="2423880" cy="195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818FFAAE-A9E1-12E8-A87C-E3BDA39F4E5E}"/>
              </a:ext>
            </a:extLst>
          </p:cNvPr>
          <p:cNvGrpSpPr/>
          <p:nvPr/>
        </p:nvGrpSpPr>
        <p:grpSpPr>
          <a:xfrm>
            <a:off x="490193" y="1996760"/>
            <a:ext cx="576360" cy="3021120"/>
            <a:chOff x="490193" y="1996760"/>
            <a:chExt cx="576360" cy="302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8234DF8-D60E-D2D7-B96D-ED327E7DD8DD}"/>
                    </a:ext>
                  </a:extLst>
                </p14:cNvPr>
                <p14:cNvContentPartPr/>
                <p14:nvPr/>
              </p14:nvContentPartPr>
              <p14:xfrm>
                <a:off x="513953" y="2078840"/>
                <a:ext cx="552600" cy="2939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8234DF8-D60E-D2D7-B96D-ED327E7DD8D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7953" y="2043200"/>
                  <a:ext cx="624240" cy="30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62A132D-EAD4-7C06-3C62-1E187EFB6307}"/>
                    </a:ext>
                  </a:extLst>
                </p14:cNvPr>
                <p14:cNvContentPartPr/>
                <p14:nvPr/>
              </p14:nvContentPartPr>
              <p14:xfrm>
                <a:off x="490193" y="1996760"/>
                <a:ext cx="391680" cy="288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62A132D-EAD4-7C06-3C62-1E187EFB63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4553" y="1961120"/>
                  <a:ext cx="463320" cy="360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5E07EA1-173E-898D-893D-23BC0F3E9E8A}"/>
              </a:ext>
            </a:extLst>
          </p:cNvPr>
          <p:cNvSpPr txBox="1"/>
          <p:nvPr/>
        </p:nvSpPr>
        <p:spPr>
          <a:xfrm>
            <a:off x="0" y="66548"/>
            <a:ext cx="3377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NameNode ( </a:t>
            </a:r>
            <a:r>
              <a:rPr lang="en-TR" u="sng" dirty="0">
                <a:solidFill>
                  <a:srgbClr val="FF0000"/>
                </a:solidFill>
              </a:rPr>
              <a:t>Manages Storage </a:t>
            </a:r>
            <a:r>
              <a:rPr lang="en-TR" dirty="0"/>
              <a:t>)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BD4865-963B-0DAF-4A82-F0A884041AB9}"/>
              </a:ext>
            </a:extLst>
          </p:cNvPr>
          <p:cNvSpPr/>
          <p:nvPr/>
        </p:nvSpPr>
        <p:spPr>
          <a:xfrm>
            <a:off x="3972993" y="1034275"/>
            <a:ext cx="1597890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File.csv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9401E52-419E-4DE9-0289-DC1E354267EC}"/>
              </a:ext>
            </a:extLst>
          </p:cNvPr>
          <p:cNvSpPr/>
          <p:nvPr/>
        </p:nvSpPr>
        <p:spPr>
          <a:xfrm>
            <a:off x="4703763" y="6321971"/>
            <a:ext cx="775223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4.csv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D2961C-9CC4-BBD9-DEF2-45A8A890CAD8}"/>
              </a:ext>
            </a:extLst>
          </p:cNvPr>
          <p:cNvSpPr/>
          <p:nvPr/>
        </p:nvSpPr>
        <p:spPr>
          <a:xfrm>
            <a:off x="9309442" y="6317251"/>
            <a:ext cx="775223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3.csv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42251CE-BC25-8468-023F-6E2E0EE3A248}"/>
              </a:ext>
            </a:extLst>
          </p:cNvPr>
          <p:cNvSpPr/>
          <p:nvPr/>
        </p:nvSpPr>
        <p:spPr>
          <a:xfrm>
            <a:off x="7139808" y="6317796"/>
            <a:ext cx="775223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2.csv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2897C9-18A6-A01A-A38E-D73B8A1EB5B7}"/>
              </a:ext>
            </a:extLst>
          </p:cNvPr>
          <p:cNvSpPr/>
          <p:nvPr/>
        </p:nvSpPr>
        <p:spPr>
          <a:xfrm>
            <a:off x="2590395" y="6283945"/>
            <a:ext cx="775223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1.csv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B57858-6020-E45B-1EDA-5DA442B9FF50}"/>
              </a:ext>
            </a:extLst>
          </p:cNvPr>
          <p:cNvSpPr txBox="1"/>
          <p:nvPr/>
        </p:nvSpPr>
        <p:spPr>
          <a:xfrm>
            <a:off x="5091374" y="6543532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256 MB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B7C7C2-4812-7DC2-3150-54C6D6DF26C7}"/>
              </a:ext>
            </a:extLst>
          </p:cNvPr>
          <p:cNvSpPr txBox="1"/>
          <p:nvPr/>
        </p:nvSpPr>
        <p:spPr>
          <a:xfrm>
            <a:off x="7694062" y="6484346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256 MB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BD72CAE-F4BC-A0B6-3EF9-956A8CCF0FAC}"/>
              </a:ext>
            </a:extLst>
          </p:cNvPr>
          <p:cNvSpPr txBox="1"/>
          <p:nvPr/>
        </p:nvSpPr>
        <p:spPr>
          <a:xfrm>
            <a:off x="9878921" y="6469544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256 MB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3264C2E-9306-746A-1A32-D8D595CE5190}"/>
              </a:ext>
            </a:extLst>
          </p:cNvPr>
          <p:cNvSpPr txBox="1"/>
          <p:nvPr/>
        </p:nvSpPr>
        <p:spPr>
          <a:xfrm>
            <a:off x="2940593" y="6549450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256 MB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D938D4F9-C627-6357-9B82-7EBEC7BEDAB0}"/>
                  </a:ext>
                </a:extLst>
              </p14:cNvPr>
              <p14:cNvContentPartPr/>
              <p14:nvPr/>
            </p14:nvContentPartPr>
            <p14:xfrm>
              <a:off x="5316353" y="1344080"/>
              <a:ext cx="4412880" cy="47736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D938D4F9-C627-6357-9B82-7EBEC7BEDAB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80353" y="1308080"/>
                <a:ext cx="4484520" cy="4845240"/>
              </a:xfrm>
              <a:prstGeom prst="rect">
                <a:avLst/>
              </a:prstGeom>
            </p:spPr>
          </p:pic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17A41DAD-88EB-407B-A221-0A3DA12804BB}"/>
              </a:ext>
            </a:extLst>
          </p:cNvPr>
          <p:cNvSpPr/>
          <p:nvPr/>
        </p:nvSpPr>
        <p:spPr>
          <a:xfrm>
            <a:off x="8944898" y="330203"/>
            <a:ext cx="1494542" cy="57872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ML Code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CF115D6-FC2E-D6B0-FCCE-B92756A73197}"/>
              </a:ext>
            </a:extLst>
          </p:cNvPr>
          <p:cNvSpPr/>
          <p:nvPr/>
        </p:nvSpPr>
        <p:spPr>
          <a:xfrm>
            <a:off x="214692" y="3874862"/>
            <a:ext cx="11187457" cy="400801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MapReduce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9D07BF-27A7-A40E-B5C8-89D0C0F6EBA3}"/>
              </a:ext>
            </a:extLst>
          </p:cNvPr>
          <p:cNvSpPr txBox="1"/>
          <p:nvPr/>
        </p:nvSpPr>
        <p:spPr>
          <a:xfrm>
            <a:off x="9855047" y="4888655"/>
            <a:ext cx="142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Slave Nodes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FD49F6-772F-3E77-A66C-E00A18A7EB71}"/>
              </a:ext>
            </a:extLst>
          </p:cNvPr>
          <p:cNvSpPr txBox="1"/>
          <p:nvPr/>
        </p:nvSpPr>
        <p:spPr>
          <a:xfrm>
            <a:off x="7556273" y="4839791"/>
            <a:ext cx="142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Slave Nodes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E3C591-CB61-6D0A-C1A2-358322FCB44F}"/>
              </a:ext>
            </a:extLst>
          </p:cNvPr>
          <p:cNvSpPr txBox="1"/>
          <p:nvPr/>
        </p:nvSpPr>
        <p:spPr>
          <a:xfrm>
            <a:off x="5031593" y="4851394"/>
            <a:ext cx="1421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Slave Nodes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563193-D5CC-57CA-9064-C5F972F25FA8}"/>
              </a:ext>
            </a:extLst>
          </p:cNvPr>
          <p:cNvSpPr txBox="1"/>
          <p:nvPr/>
        </p:nvSpPr>
        <p:spPr>
          <a:xfrm>
            <a:off x="3124846" y="4849405"/>
            <a:ext cx="1309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Slave Node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18830D-0DE3-57D7-7F7C-25FF7C3ACAC6}"/>
              </a:ext>
            </a:extLst>
          </p:cNvPr>
          <p:cNvSpPr txBox="1"/>
          <p:nvPr/>
        </p:nvSpPr>
        <p:spPr>
          <a:xfrm>
            <a:off x="173634" y="1234675"/>
            <a:ext cx="1416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MasterNode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904D41F-6BBC-C8C8-9B46-1CF8DEC17EC4}"/>
              </a:ext>
            </a:extLst>
          </p:cNvPr>
          <p:cNvGrpSpPr/>
          <p:nvPr/>
        </p:nvGrpSpPr>
        <p:grpSpPr>
          <a:xfrm>
            <a:off x="1174367" y="714440"/>
            <a:ext cx="219960" cy="396720"/>
            <a:chOff x="1174367" y="714440"/>
            <a:chExt cx="21996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79EB608-7968-9CD8-9A8D-0CB349B7BDB3}"/>
                    </a:ext>
                  </a:extLst>
                </p14:cNvPr>
                <p14:cNvContentPartPr/>
                <p14:nvPr/>
              </p14:nvContentPartPr>
              <p14:xfrm>
                <a:off x="1243487" y="750800"/>
                <a:ext cx="66600" cy="3603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79EB608-7968-9CD8-9A8D-0CB349B7BD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07487" y="715160"/>
                  <a:ext cx="13824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C4D4B05-0EA3-68C9-CC27-89DEF0F5F904}"/>
                    </a:ext>
                  </a:extLst>
                </p14:cNvPr>
                <p14:cNvContentPartPr/>
                <p14:nvPr/>
              </p14:nvContentPartPr>
              <p14:xfrm>
                <a:off x="1174367" y="714440"/>
                <a:ext cx="219960" cy="1324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C4D4B05-0EA3-68C9-CC27-89DEF0F5F90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38727" y="678800"/>
                  <a:ext cx="291600" cy="204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9AE1E31F-DDD4-0016-B007-C005DECACA3F}"/>
              </a:ext>
            </a:extLst>
          </p:cNvPr>
          <p:cNvSpPr/>
          <p:nvPr/>
        </p:nvSpPr>
        <p:spPr>
          <a:xfrm>
            <a:off x="4259144" y="1995044"/>
            <a:ext cx="775223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4.csv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5D0BD74-1537-1715-3C74-8E459D0A3D71}"/>
              </a:ext>
            </a:extLst>
          </p:cNvPr>
          <p:cNvSpPr/>
          <p:nvPr/>
        </p:nvSpPr>
        <p:spPr>
          <a:xfrm>
            <a:off x="6652530" y="1636105"/>
            <a:ext cx="775223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3.csv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A26AFF8-9E11-CD5A-6ABD-7E185036F07E}"/>
              </a:ext>
            </a:extLst>
          </p:cNvPr>
          <p:cNvSpPr/>
          <p:nvPr/>
        </p:nvSpPr>
        <p:spPr>
          <a:xfrm>
            <a:off x="5365265" y="1976600"/>
            <a:ext cx="775223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2.csv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CF6E483-239B-BD70-30F8-E6AB56C46641}"/>
              </a:ext>
            </a:extLst>
          </p:cNvPr>
          <p:cNvSpPr/>
          <p:nvPr/>
        </p:nvSpPr>
        <p:spPr>
          <a:xfrm>
            <a:off x="3211284" y="1928950"/>
            <a:ext cx="775223" cy="4008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1.csv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40B53D-4952-EB3C-D78B-5CB446562F4E}"/>
              </a:ext>
            </a:extLst>
          </p:cNvPr>
          <p:cNvSpPr txBox="1"/>
          <p:nvPr/>
        </p:nvSpPr>
        <p:spPr>
          <a:xfrm>
            <a:off x="7966168" y="1347756"/>
            <a:ext cx="435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YARN ( </a:t>
            </a:r>
            <a:r>
              <a:rPr lang="en-TR" u="sng" dirty="0">
                <a:solidFill>
                  <a:srgbClr val="FF0000"/>
                </a:solidFill>
              </a:rPr>
              <a:t>Manages Processing &amp; Resources </a:t>
            </a:r>
            <a:r>
              <a:rPr lang="en-TR" dirty="0"/>
              <a:t>)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EC8959F-0CAD-A9F4-AE6C-670E4DA94671}"/>
              </a:ext>
            </a:extLst>
          </p:cNvPr>
          <p:cNvGrpSpPr/>
          <p:nvPr/>
        </p:nvGrpSpPr>
        <p:grpSpPr>
          <a:xfrm>
            <a:off x="5744207" y="1024040"/>
            <a:ext cx="4843440" cy="3917880"/>
            <a:chOff x="5744207" y="1024040"/>
            <a:chExt cx="4843440" cy="39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92FF08F-1D08-DC81-7392-6198B88C2FCC}"/>
                    </a:ext>
                  </a:extLst>
                </p14:cNvPr>
                <p14:cNvContentPartPr/>
                <p14:nvPr/>
              </p14:nvContentPartPr>
              <p14:xfrm>
                <a:off x="9797807" y="1024040"/>
                <a:ext cx="360" cy="213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92FF08F-1D08-DC81-7392-6198B88C2F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62167" y="988040"/>
                  <a:ext cx="720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95F26B8-36EF-AA2F-F196-3069D867A322}"/>
                    </a:ext>
                  </a:extLst>
                </p14:cNvPr>
                <p14:cNvContentPartPr/>
                <p14:nvPr/>
              </p14:nvContentPartPr>
              <p14:xfrm>
                <a:off x="9698807" y="1197200"/>
                <a:ext cx="216000" cy="116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95F26B8-36EF-AA2F-F196-3069D867A32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63167" y="1161560"/>
                  <a:ext cx="2876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F633C70-0AF6-9621-C039-8999C5E7694E}"/>
                    </a:ext>
                  </a:extLst>
                </p14:cNvPr>
                <p14:cNvContentPartPr/>
                <p14:nvPr/>
              </p14:nvContentPartPr>
              <p14:xfrm>
                <a:off x="9648767" y="1855280"/>
                <a:ext cx="811080" cy="30808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F633C70-0AF6-9621-C039-8999C5E7694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13127" y="1819640"/>
                  <a:ext cx="882720" cy="31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757B9F-9452-19A0-7AA7-B47B501C5D56}"/>
                    </a:ext>
                  </a:extLst>
                </p14:cNvPr>
                <p14:cNvContentPartPr/>
                <p14:nvPr/>
              </p14:nvContentPartPr>
              <p14:xfrm>
                <a:off x="10301087" y="4775240"/>
                <a:ext cx="286560" cy="136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757B9F-9452-19A0-7AA7-B47B501C5D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65087" y="4739240"/>
                  <a:ext cx="358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54D8FDE-3467-5E2F-6219-5CA6D1716475}"/>
                    </a:ext>
                  </a:extLst>
                </p14:cNvPr>
                <p14:cNvContentPartPr/>
                <p14:nvPr/>
              </p14:nvContentPartPr>
              <p14:xfrm>
                <a:off x="8030567" y="2959760"/>
                <a:ext cx="1761120" cy="1920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54D8FDE-3467-5E2F-6219-5CA6D171647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94927" y="2924120"/>
                  <a:ext cx="1832760" cy="19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74EC46C-DF7E-3881-E75C-E48AD7FDD0B0}"/>
                    </a:ext>
                  </a:extLst>
                </p14:cNvPr>
                <p14:cNvContentPartPr/>
                <p14:nvPr/>
              </p14:nvContentPartPr>
              <p14:xfrm>
                <a:off x="8049287" y="4744640"/>
                <a:ext cx="325080" cy="1972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74EC46C-DF7E-3881-E75C-E48AD7FDD0B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13287" y="4709000"/>
                  <a:ext cx="3967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8721A78-449A-01B3-4B7D-B80F133C65E7}"/>
                    </a:ext>
                  </a:extLst>
                </p14:cNvPr>
                <p14:cNvContentPartPr/>
                <p14:nvPr/>
              </p14:nvContentPartPr>
              <p14:xfrm>
                <a:off x="5834567" y="2799200"/>
                <a:ext cx="3768120" cy="2004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8721A78-449A-01B3-4B7D-B80F133C65E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98927" y="2763200"/>
                  <a:ext cx="3839760" cy="20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96B5AF2-A50D-B956-C7DE-68516A1BA3B0}"/>
                    </a:ext>
                  </a:extLst>
                </p14:cNvPr>
                <p14:cNvContentPartPr/>
                <p14:nvPr/>
              </p14:nvContentPartPr>
              <p14:xfrm>
                <a:off x="5744207" y="4728080"/>
                <a:ext cx="231480" cy="180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96B5AF2-A50D-B956-C7DE-68516A1BA3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08567" y="4692080"/>
                  <a:ext cx="303120" cy="25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96D330F-D77E-618D-517F-DB97DB74211B}"/>
              </a:ext>
            </a:extLst>
          </p:cNvPr>
          <p:cNvGrpSpPr/>
          <p:nvPr/>
        </p:nvGrpSpPr>
        <p:grpSpPr>
          <a:xfrm>
            <a:off x="2871953" y="1412480"/>
            <a:ext cx="4427280" cy="5136840"/>
            <a:chOff x="2871953" y="1412480"/>
            <a:chExt cx="4427280" cy="513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7C11CDC-5691-CF60-C240-172A77E3434A}"/>
                    </a:ext>
                  </a:extLst>
                </p14:cNvPr>
                <p14:cNvContentPartPr/>
                <p14:nvPr/>
              </p14:nvContentPartPr>
              <p14:xfrm>
                <a:off x="3867353" y="1412480"/>
                <a:ext cx="318600" cy="410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7C11CDC-5691-CF60-C240-172A77E343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31353" y="1376840"/>
                  <a:ext cx="3902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D4D90ED-E69F-7EA0-19E8-B3A7E177FAD7}"/>
                    </a:ext>
                  </a:extLst>
                </p14:cNvPr>
                <p14:cNvContentPartPr/>
                <p14:nvPr/>
              </p14:nvContentPartPr>
              <p14:xfrm>
                <a:off x="3804353" y="1706600"/>
                <a:ext cx="267840" cy="196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D4D90ED-E69F-7EA0-19E8-B3A7E177FAD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68713" y="1670960"/>
                  <a:ext cx="3394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AADED2D-30CE-105B-7371-9335981BA4B1}"/>
                    </a:ext>
                  </a:extLst>
                </p14:cNvPr>
                <p14:cNvContentPartPr/>
                <p14:nvPr/>
              </p14:nvContentPartPr>
              <p14:xfrm>
                <a:off x="4538033" y="1417880"/>
                <a:ext cx="21600" cy="524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AADED2D-30CE-105B-7371-9335981BA4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02033" y="1381880"/>
                  <a:ext cx="9324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816D815-22DC-AB1E-F787-3688B4F55A01}"/>
                    </a:ext>
                  </a:extLst>
                </p14:cNvPr>
                <p14:cNvContentPartPr/>
                <p14:nvPr/>
              </p14:nvContentPartPr>
              <p14:xfrm>
                <a:off x="4421393" y="1834760"/>
                <a:ext cx="249480" cy="1418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816D815-22DC-AB1E-F787-3688B4F55A0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5753" y="1799120"/>
                  <a:ext cx="3211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DA0091B-5824-D83B-7F89-5D7E88CB58BA}"/>
                    </a:ext>
                  </a:extLst>
                </p14:cNvPr>
                <p14:cNvContentPartPr/>
                <p14:nvPr/>
              </p14:nvContentPartPr>
              <p14:xfrm>
                <a:off x="2871953" y="1929080"/>
                <a:ext cx="923400" cy="46202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DA0091B-5824-D83B-7F89-5D7E88CB58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36313" y="1893440"/>
                  <a:ext cx="995040" cy="46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C6D537E-495B-D02B-22AA-D0850FD4DBA8}"/>
                    </a:ext>
                  </a:extLst>
                </p14:cNvPr>
                <p14:cNvContentPartPr/>
                <p14:nvPr/>
              </p14:nvContentPartPr>
              <p14:xfrm>
                <a:off x="4573313" y="2029880"/>
                <a:ext cx="486000" cy="39222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C6D537E-495B-D02B-22AA-D0850FD4DBA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37313" y="1994240"/>
                  <a:ext cx="557640" cy="39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4FDB3C9-234B-FC23-360F-D6626BBBB295}"/>
                    </a:ext>
                  </a:extLst>
                </p14:cNvPr>
                <p14:cNvContentPartPr/>
                <p14:nvPr/>
              </p14:nvContentPartPr>
              <p14:xfrm>
                <a:off x="5031593" y="1453520"/>
                <a:ext cx="2267640" cy="4696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4FDB3C9-234B-FC23-360F-D6626BBBB29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95593" y="1417880"/>
                  <a:ext cx="2339280" cy="47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E9AD9FC-5C3C-EC17-A2E6-4D1BC847B0EF}"/>
                    </a:ext>
                  </a:extLst>
                </p14:cNvPr>
                <p14:cNvContentPartPr/>
                <p14:nvPr/>
              </p14:nvContentPartPr>
              <p14:xfrm>
                <a:off x="3358487" y="5154320"/>
                <a:ext cx="649440" cy="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E9AD9FC-5C3C-EC17-A2E6-4D1BC847B0E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322847" y="5118320"/>
                  <a:ext cx="72108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7FC33BC-C66B-2F4F-60DC-7EFC9EB0E7F1}"/>
                    </a:ext>
                  </a:extLst>
                </p14:cNvPr>
                <p14:cNvContentPartPr/>
                <p14:nvPr/>
              </p14:nvContentPartPr>
              <p14:xfrm>
                <a:off x="5415527" y="5213000"/>
                <a:ext cx="848880" cy="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7FC33BC-C66B-2F4F-60DC-7EFC9EB0E7F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79527" y="5177360"/>
                  <a:ext cx="92052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FEF17BC1-845C-1DA4-21EB-5E6E873C3CED}"/>
                  </a:ext>
                </a:extLst>
              </p14:cNvPr>
              <p14:cNvContentPartPr/>
              <p14:nvPr/>
            </p14:nvContentPartPr>
            <p14:xfrm>
              <a:off x="403967" y="1693280"/>
              <a:ext cx="1034640" cy="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FEF17BC1-845C-1DA4-21EB-5E6E873C3CE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7967" y="1657640"/>
                <a:ext cx="11062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510EF3D-53BF-A9C4-E14B-B2F45701030A}"/>
                  </a:ext>
                </a:extLst>
              </p14:cNvPr>
              <p14:cNvContentPartPr/>
              <p14:nvPr/>
            </p14:nvContentPartPr>
            <p14:xfrm>
              <a:off x="6949127" y="1532360"/>
              <a:ext cx="45720" cy="5277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510EF3D-53BF-A9C4-E14B-B2F45701030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913487" y="1496360"/>
                <a:ext cx="117360" cy="59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AC990CD-495C-C0F9-9896-6DC7E7438F88}"/>
                  </a:ext>
                </a:extLst>
              </p14:cNvPr>
              <p14:cNvContentPartPr/>
              <p14:nvPr/>
            </p14:nvContentPartPr>
            <p14:xfrm>
              <a:off x="8198327" y="1697960"/>
              <a:ext cx="208080" cy="3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AC990CD-495C-C0F9-9896-6DC7E7438F8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162327" y="1661960"/>
                <a:ext cx="27972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22ECFAC-1135-4F0E-0738-6858A26F0DED}"/>
              </a:ext>
            </a:extLst>
          </p:cNvPr>
          <p:cNvGrpSpPr/>
          <p:nvPr/>
        </p:nvGrpSpPr>
        <p:grpSpPr>
          <a:xfrm>
            <a:off x="8012567" y="4406600"/>
            <a:ext cx="3632040" cy="2552400"/>
            <a:chOff x="8012567" y="4406600"/>
            <a:chExt cx="3632040" cy="25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C757110-E7F2-FFB3-E50A-B8CB22527EAC}"/>
                    </a:ext>
                  </a:extLst>
                </p14:cNvPr>
                <p14:cNvContentPartPr/>
                <p14:nvPr/>
              </p14:nvContentPartPr>
              <p14:xfrm>
                <a:off x="8012567" y="5245040"/>
                <a:ext cx="677880" cy="3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C757110-E7F2-FFB3-E50A-B8CB22527EA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76567" y="5209040"/>
                  <a:ext cx="749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5F54ABB-4799-9FC5-240B-74F4B5FF4A37}"/>
                    </a:ext>
                  </a:extLst>
                </p14:cNvPr>
                <p14:cNvContentPartPr/>
                <p14:nvPr/>
              </p14:nvContentPartPr>
              <p14:xfrm>
                <a:off x="10256447" y="5233880"/>
                <a:ext cx="590040" cy="32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5F54ABB-4799-9FC5-240B-74F4B5FF4A3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20807" y="5198240"/>
                  <a:ext cx="6616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B04FD3-1A67-F5AD-5434-7600A1AEA998}"/>
                    </a:ext>
                  </a:extLst>
                </p14:cNvPr>
                <p14:cNvContentPartPr/>
                <p14:nvPr/>
              </p14:nvContentPartPr>
              <p14:xfrm>
                <a:off x="9678287" y="4406600"/>
                <a:ext cx="1966320" cy="2552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B04FD3-1A67-F5AD-5434-7600A1AEA99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642287" y="4370960"/>
                  <a:ext cx="2037960" cy="262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9A7703B-AA33-A174-9EE8-567B7CA2D1C0}"/>
                    </a:ext>
                  </a:extLst>
                </p14:cNvPr>
                <p14:cNvContentPartPr/>
                <p14:nvPr/>
              </p14:nvContentPartPr>
              <p14:xfrm>
                <a:off x="9536447" y="4746080"/>
                <a:ext cx="1900080" cy="19357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9A7703B-AA33-A174-9EE8-567B7CA2D1C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00447" y="4710080"/>
                  <a:ext cx="1971720" cy="20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0B3AB6D6-4512-877A-5F9B-AF84DE3AFC44}"/>
                    </a:ext>
                  </a:extLst>
                </p14:cNvPr>
                <p14:cNvContentPartPr/>
                <p14:nvPr/>
              </p14:nvContentPartPr>
              <p14:xfrm>
                <a:off x="9400007" y="6639320"/>
                <a:ext cx="226440" cy="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0B3AB6D6-4512-877A-5F9B-AF84DE3AFC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64007" y="6603320"/>
                  <a:ext cx="29808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AD8FC715-62F5-8501-260A-903C4E597872}"/>
                  </a:ext>
                </a:extLst>
              </p14:cNvPr>
              <p14:cNvContentPartPr/>
              <p14:nvPr/>
            </p14:nvContentPartPr>
            <p14:xfrm>
              <a:off x="8083487" y="1778960"/>
              <a:ext cx="2596320" cy="4392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AD8FC715-62F5-8501-260A-903C4E59787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047487" y="1743320"/>
                <a:ext cx="26679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A234E7DF-4AD2-938A-D2A5-E5C8729873CF}"/>
                  </a:ext>
                </a:extLst>
              </p14:cNvPr>
              <p14:cNvContentPartPr/>
              <p14:nvPr/>
            </p14:nvContentPartPr>
            <p14:xfrm>
              <a:off x="116687" y="412400"/>
              <a:ext cx="1120320" cy="4284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A234E7DF-4AD2-938A-D2A5-E5C8729873C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0687" y="376400"/>
                <a:ext cx="1191960" cy="11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1802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03DC-C893-C690-D0A5-524198591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R" dirty="0"/>
              <a:t>How To install Hadoop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5B44-E11B-C332-2CDC-69018BF57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R" dirty="0"/>
              <a:t>Manual Installation ( from hadoop.apache.org)</a:t>
            </a:r>
          </a:p>
          <a:p>
            <a:r>
              <a:rPr lang="en-TR" dirty="0"/>
              <a:t>Single Node Container ( for only edicational purposes )</a:t>
            </a:r>
          </a:p>
          <a:p>
            <a:pPr lvl="1"/>
            <a:r>
              <a:rPr lang="en-US" dirty="0">
                <a:hlinkClick r:id="rId2"/>
              </a:rPr>
              <a:t>https://hub.docker.com/r/cloudera/quickstart/</a:t>
            </a:r>
            <a:endParaRPr lang="en-US" dirty="0"/>
          </a:p>
          <a:p>
            <a:r>
              <a:rPr lang="en-TR" dirty="0"/>
              <a:t>Install from a distibution ( like Cloudera Manager)</a:t>
            </a:r>
          </a:p>
          <a:p>
            <a:pPr lvl="1"/>
            <a:r>
              <a:rPr lang="en-US" dirty="0">
                <a:hlinkClick r:id="rId3"/>
              </a:rPr>
              <a:t>https://docs.cloudera.com/cdp-private-cloud-upgrade/latest/upgrade-hdp/topics/amb-cm-installation-setup.html</a:t>
            </a:r>
            <a:endParaRPr lang="en-TR" dirty="0"/>
          </a:p>
          <a:p>
            <a:r>
              <a:rPr lang="en-TR" dirty="0"/>
              <a:t>Hadoop from Cloud  ( Google Cloud, Microsoft Azure, AWS ..)</a:t>
            </a:r>
          </a:p>
          <a:p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1802932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C32BB3-9D67-CAA1-4971-58F1BFFB3686}"/>
              </a:ext>
            </a:extLst>
          </p:cNvPr>
          <p:cNvSpPr/>
          <p:nvPr/>
        </p:nvSpPr>
        <p:spPr>
          <a:xfrm>
            <a:off x="6412790" y="3537529"/>
            <a:ext cx="4569246" cy="2133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82735D-8EE2-CC6C-37E4-33039C878429}"/>
              </a:ext>
            </a:extLst>
          </p:cNvPr>
          <p:cNvSpPr txBox="1"/>
          <p:nvPr/>
        </p:nvSpPr>
        <p:spPr>
          <a:xfrm>
            <a:off x="7684654" y="295114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Hadoop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E72B93-92D1-73DE-003F-58072A271CCF}"/>
              </a:ext>
            </a:extLst>
          </p:cNvPr>
          <p:cNvSpPr/>
          <p:nvPr/>
        </p:nvSpPr>
        <p:spPr>
          <a:xfrm>
            <a:off x="7399703" y="4401128"/>
            <a:ext cx="2595419" cy="8820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</a:t>
            </a:r>
            <a:r>
              <a:rPr lang="en-TR" dirty="0"/>
              <a:t>ame;lastname;id</a:t>
            </a:r>
          </a:p>
          <a:p>
            <a:r>
              <a:rPr lang="en-US" dirty="0"/>
              <a:t>A</a:t>
            </a:r>
            <a:r>
              <a:rPr lang="en-TR" dirty="0"/>
              <a:t>hmet;demirelli;1</a:t>
            </a:r>
          </a:p>
          <a:p>
            <a:r>
              <a:rPr lang="en-TR" dirty="0"/>
              <a:t>Ali;Something;2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FA581-D543-2B26-EFA9-E3A7B0A4DCE7}"/>
              </a:ext>
            </a:extLst>
          </p:cNvPr>
          <p:cNvSpPr txBox="1"/>
          <p:nvPr/>
        </p:nvSpPr>
        <p:spPr>
          <a:xfrm>
            <a:off x="8176936" y="5200072"/>
            <a:ext cx="147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TR" dirty="0"/>
              <a:t>tudents.csv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76D29-A278-2838-B303-95C79E3B7B51}"/>
              </a:ext>
            </a:extLst>
          </p:cNvPr>
          <p:cNvSpPr/>
          <p:nvPr/>
        </p:nvSpPr>
        <p:spPr>
          <a:xfrm>
            <a:off x="729671" y="1002143"/>
            <a:ext cx="1838037" cy="87283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Java MapReduce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8781480-A36E-7044-D926-B02D6D3093BD}"/>
              </a:ext>
            </a:extLst>
          </p:cNvPr>
          <p:cNvGrpSpPr/>
          <p:nvPr/>
        </p:nvGrpSpPr>
        <p:grpSpPr>
          <a:xfrm>
            <a:off x="2679527" y="1231040"/>
            <a:ext cx="850680" cy="667800"/>
            <a:chOff x="2679527" y="1231040"/>
            <a:chExt cx="850680" cy="667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1BC1474-10BD-A378-157A-C931833A7D06}"/>
                    </a:ext>
                  </a:extLst>
                </p14:cNvPr>
                <p14:cNvContentPartPr/>
                <p14:nvPr/>
              </p14:nvContentPartPr>
              <p14:xfrm>
                <a:off x="2679527" y="1231040"/>
                <a:ext cx="748440" cy="633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1BC1474-10BD-A378-157A-C931833A7D0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43887" y="1195400"/>
                  <a:ext cx="8200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06CEA83-1E4E-144C-4574-655D02C375B6}"/>
                    </a:ext>
                  </a:extLst>
                </p14:cNvPr>
                <p14:cNvContentPartPr/>
                <p14:nvPr/>
              </p14:nvContentPartPr>
              <p14:xfrm>
                <a:off x="3290807" y="1742600"/>
                <a:ext cx="239400" cy="1562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06CEA83-1E4E-144C-4574-655D02C375B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254807" y="1706960"/>
                  <a:ext cx="311040" cy="227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9E56DD5-E583-7499-98F1-4D629FCBCB7C}"/>
              </a:ext>
            </a:extLst>
          </p:cNvPr>
          <p:cNvSpPr txBox="1"/>
          <p:nvPr/>
        </p:nvSpPr>
        <p:spPr>
          <a:xfrm>
            <a:off x="3241964" y="2078182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Compile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FF0E01-7E6C-6880-E981-9906D2DB7996}"/>
              </a:ext>
            </a:extLst>
          </p:cNvPr>
          <p:cNvGrpSpPr/>
          <p:nvPr/>
        </p:nvGrpSpPr>
        <p:grpSpPr>
          <a:xfrm>
            <a:off x="3659087" y="2551520"/>
            <a:ext cx="244800" cy="488520"/>
            <a:chOff x="3659087" y="2551520"/>
            <a:chExt cx="244800" cy="48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477225D-BA15-BEBB-DA29-76D2E56B0C31}"/>
                    </a:ext>
                  </a:extLst>
                </p14:cNvPr>
                <p14:cNvContentPartPr/>
                <p14:nvPr/>
              </p14:nvContentPartPr>
              <p14:xfrm>
                <a:off x="3683927" y="2551520"/>
                <a:ext cx="79200" cy="466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477225D-BA15-BEBB-DA29-76D2E56B0C3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648287" y="2515520"/>
                  <a:ext cx="15084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F5FDF3-6F28-09F2-51F9-ABB36837CD64}"/>
                    </a:ext>
                  </a:extLst>
                </p14:cNvPr>
                <p14:cNvContentPartPr/>
                <p14:nvPr/>
              </p14:nvContentPartPr>
              <p14:xfrm>
                <a:off x="3659087" y="2924480"/>
                <a:ext cx="244800" cy="115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F5FDF3-6F28-09F2-51F9-ABB36837CD6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23447" y="2888840"/>
                  <a:ext cx="316440" cy="187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58424A8-E857-361F-BD54-F96B1FB3743F}"/>
              </a:ext>
            </a:extLst>
          </p:cNvPr>
          <p:cNvSpPr txBox="1"/>
          <p:nvPr/>
        </p:nvSpPr>
        <p:spPr>
          <a:xfrm>
            <a:off x="3546764" y="3417455"/>
            <a:ext cx="1020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Package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48B08C-7C12-06A1-035E-E5F5E2D4E82C}"/>
              </a:ext>
            </a:extLst>
          </p:cNvPr>
          <p:cNvGrpSpPr/>
          <p:nvPr/>
        </p:nvGrpSpPr>
        <p:grpSpPr>
          <a:xfrm>
            <a:off x="4126727" y="3916280"/>
            <a:ext cx="2236680" cy="1265400"/>
            <a:chOff x="4126727" y="3916280"/>
            <a:chExt cx="2236680" cy="12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D4E708-266F-B3A4-1B3D-A8D0B18D6F7C}"/>
                    </a:ext>
                  </a:extLst>
                </p14:cNvPr>
                <p14:cNvContentPartPr/>
                <p14:nvPr/>
              </p14:nvContentPartPr>
              <p14:xfrm>
                <a:off x="4126727" y="3916280"/>
                <a:ext cx="2075760" cy="11152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D4E708-266F-B3A4-1B3D-A8D0B18D6F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90727" y="3880640"/>
                  <a:ext cx="2147400" cy="11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573AF9-FEFE-6247-1250-02AA42CB33F2}"/>
                    </a:ext>
                  </a:extLst>
                </p14:cNvPr>
                <p14:cNvContentPartPr/>
                <p14:nvPr/>
              </p14:nvContentPartPr>
              <p14:xfrm>
                <a:off x="6132287" y="4943360"/>
                <a:ext cx="231120" cy="2383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573AF9-FEFE-6247-1250-02AA42CB33F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96287" y="4907360"/>
                  <a:ext cx="302760" cy="30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EEECDE8-848A-EC76-8E21-51E432DF4390}"/>
                  </a:ext>
                </a:extLst>
              </p14:cNvPr>
              <p14:cNvContentPartPr/>
              <p14:nvPr/>
            </p14:nvContentPartPr>
            <p14:xfrm>
              <a:off x="7451327" y="4962800"/>
              <a:ext cx="23724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EEECDE8-848A-EC76-8E21-51E432DF439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415327" y="4926800"/>
                <a:ext cx="308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679AFED-89E9-F47B-DD59-64389C3B1FD1}"/>
                  </a:ext>
                </a:extLst>
              </p14:cNvPr>
              <p14:cNvContentPartPr/>
              <p14:nvPr/>
            </p14:nvContentPartPr>
            <p14:xfrm>
              <a:off x="7447367" y="5241440"/>
              <a:ext cx="189000" cy="5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679AFED-89E9-F47B-DD59-64389C3B1FD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11367" y="5205440"/>
                <a:ext cx="260640" cy="770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D4F51A0D-A180-34CB-7EFD-2F1CB7F04A80}"/>
              </a:ext>
            </a:extLst>
          </p:cNvPr>
          <p:cNvSpPr txBox="1"/>
          <p:nvPr/>
        </p:nvSpPr>
        <p:spPr>
          <a:xfrm>
            <a:off x="4432610" y="535708"/>
            <a:ext cx="2988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Original Map Reduce job run</a:t>
            </a:r>
          </a:p>
        </p:txBody>
      </p:sp>
    </p:spTree>
    <p:extLst>
      <p:ext uri="{BB962C8B-B14F-4D97-AF65-F5344CB8AC3E}">
        <p14:creationId xmlns:p14="http://schemas.microsoft.com/office/powerpoint/2010/main" val="1175800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51074-794B-7313-C43C-68200C77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DEAED6-54CD-96A5-4000-34DE015A415B}"/>
              </a:ext>
            </a:extLst>
          </p:cNvPr>
          <p:cNvSpPr/>
          <p:nvPr/>
        </p:nvSpPr>
        <p:spPr>
          <a:xfrm>
            <a:off x="6412790" y="3537529"/>
            <a:ext cx="4569246" cy="2133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17DC8-0DEE-A852-43AB-CD46B192F43E}"/>
              </a:ext>
            </a:extLst>
          </p:cNvPr>
          <p:cNvSpPr txBox="1"/>
          <p:nvPr/>
        </p:nvSpPr>
        <p:spPr>
          <a:xfrm>
            <a:off x="7684654" y="295114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Hadoop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D11067-4EBB-A41B-84FB-DC2446774407}"/>
              </a:ext>
            </a:extLst>
          </p:cNvPr>
          <p:cNvSpPr/>
          <p:nvPr/>
        </p:nvSpPr>
        <p:spPr>
          <a:xfrm>
            <a:off x="7399703" y="4401128"/>
            <a:ext cx="2595419" cy="8820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</a:t>
            </a:r>
            <a:r>
              <a:rPr lang="en-TR" dirty="0"/>
              <a:t>ame;lastname;id</a:t>
            </a:r>
          </a:p>
          <a:p>
            <a:r>
              <a:rPr lang="en-US" dirty="0"/>
              <a:t>A</a:t>
            </a:r>
            <a:r>
              <a:rPr lang="en-TR" dirty="0"/>
              <a:t>hmet;demirelli;1</a:t>
            </a:r>
          </a:p>
          <a:p>
            <a:r>
              <a:rPr lang="en-TR" dirty="0"/>
              <a:t>Ali;Something;2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A094A-0653-27DB-9260-15AE4C9E8D43}"/>
              </a:ext>
            </a:extLst>
          </p:cNvPr>
          <p:cNvSpPr txBox="1"/>
          <p:nvPr/>
        </p:nvSpPr>
        <p:spPr>
          <a:xfrm>
            <a:off x="8176936" y="5200072"/>
            <a:ext cx="147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TR" dirty="0"/>
              <a:t>tudents.csv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C1ABE0-62C6-D7F8-8C0E-8C072C1EA948}"/>
              </a:ext>
            </a:extLst>
          </p:cNvPr>
          <p:cNvSpPr/>
          <p:nvPr/>
        </p:nvSpPr>
        <p:spPr>
          <a:xfrm>
            <a:off x="894298" y="4089962"/>
            <a:ext cx="1838037" cy="87283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Java MapReduce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EBF90E-FFC5-6D4B-0422-7E2282C483DA}"/>
              </a:ext>
            </a:extLst>
          </p:cNvPr>
          <p:cNvSpPr txBox="1"/>
          <p:nvPr/>
        </p:nvSpPr>
        <p:spPr>
          <a:xfrm>
            <a:off x="3206153" y="434171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Compile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F54EF8-0585-55D0-2707-736F69460812}"/>
              </a:ext>
            </a:extLst>
          </p:cNvPr>
          <p:cNvSpPr txBox="1"/>
          <p:nvPr/>
        </p:nvSpPr>
        <p:spPr>
          <a:xfrm>
            <a:off x="4758547" y="4472832"/>
            <a:ext cx="1020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Package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BCB3DBC-7D53-90B6-3370-41144931FB7B}"/>
                  </a:ext>
                </a:extLst>
              </p14:cNvPr>
              <p14:cNvContentPartPr/>
              <p14:nvPr/>
            </p14:nvContentPartPr>
            <p14:xfrm>
              <a:off x="7451327" y="4962800"/>
              <a:ext cx="23724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BCB3DBC-7D53-90B6-3370-41144931FB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15327" y="4926800"/>
                <a:ext cx="308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7F3C880-4A90-B483-9F4C-BF6CD74C8978}"/>
                  </a:ext>
                </a:extLst>
              </p14:cNvPr>
              <p14:cNvContentPartPr/>
              <p14:nvPr/>
            </p14:nvContentPartPr>
            <p14:xfrm>
              <a:off x="7447367" y="5241440"/>
              <a:ext cx="189000" cy="5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7F3C880-4A90-B483-9F4C-BF6CD74C89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11367" y="5205440"/>
                <a:ext cx="260640" cy="770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82FFCE00-37A9-3E34-19E5-E58ECDC3B6B8}"/>
              </a:ext>
            </a:extLst>
          </p:cNvPr>
          <p:cNvSpPr/>
          <p:nvPr/>
        </p:nvSpPr>
        <p:spPr>
          <a:xfrm>
            <a:off x="894298" y="332446"/>
            <a:ext cx="1747302" cy="77585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HiveSQL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232659-2D16-16F6-C756-051A7A4AA15E}"/>
              </a:ext>
            </a:extLst>
          </p:cNvPr>
          <p:cNvSpPr/>
          <p:nvPr/>
        </p:nvSpPr>
        <p:spPr>
          <a:xfrm>
            <a:off x="894298" y="2098028"/>
            <a:ext cx="1747302" cy="1002206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>
                <a:highlight>
                  <a:srgbClr val="000000"/>
                </a:highlight>
              </a:rPr>
              <a:t>Hive Engine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B72AD7A-F91A-D59F-163A-A69D17038AF9}"/>
              </a:ext>
            </a:extLst>
          </p:cNvPr>
          <p:cNvGrpSpPr/>
          <p:nvPr/>
        </p:nvGrpSpPr>
        <p:grpSpPr>
          <a:xfrm>
            <a:off x="2869967" y="4511000"/>
            <a:ext cx="345600" cy="149760"/>
            <a:chOff x="2869967" y="4511000"/>
            <a:chExt cx="34560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A03A40-5038-4B8D-B34E-0AF0F3D2D6A3}"/>
                    </a:ext>
                  </a:extLst>
                </p14:cNvPr>
                <p14:cNvContentPartPr/>
                <p14:nvPr/>
              </p14:nvContentPartPr>
              <p14:xfrm>
                <a:off x="2869967" y="4565720"/>
                <a:ext cx="266400" cy="52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A03A40-5038-4B8D-B34E-0AF0F3D2D6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33967" y="4529720"/>
                  <a:ext cx="338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FE54918-A1EA-5B94-906F-C902ED881CA8}"/>
                    </a:ext>
                  </a:extLst>
                </p14:cNvPr>
                <p14:cNvContentPartPr/>
                <p14:nvPr/>
              </p14:nvContentPartPr>
              <p14:xfrm>
                <a:off x="3049967" y="4511000"/>
                <a:ext cx="165600" cy="149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FE54918-A1EA-5B94-906F-C902ED881CA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13967" y="4475360"/>
                  <a:ext cx="23724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8B7C762-2F75-76C0-D5DD-00698C524F2C}"/>
              </a:ext>
            </a:extLst>
          </p:cNvPr>
          <p:cNvGrpSpPr/>
          <p:nvPr/>
        </p:nvGrpSpPr>
        <p:grpSpPr>
          <a:xfrm>
            <a:off x="4171367" y="4322720"/>
            <a:ext cx="690840" cy="567720"/>
            <a:chOff x="4171367" y="4322720"/>
            <a:chExt cx="690840" cy="56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0A2E7A2-D53A-6506-7B1E-BBB50C6D43F5}"/>
                    </a:ext>
                  </a:extLst>
                </p14:cNvPr>
                <p14:cNvContentPartPr/>
                <p14:nvPr/>
              </p14:nvContentPartPr>
              <p14:xfrm>
                <a:off x="4171367" y="4530440"/>
                <a:ext cx="530280" cy="29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0A2E7A2-D53A-6506-7B1E-BBB50C6D43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35727" y="4494800"/>
                  <a:ext cx="601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1A80DCF-1916-0FCB-098E-BE6411194AA1}"/>
                    </a:ext>
                  </a:extLst>
                </p14:cNvPr>
                <p14:cNvContentPartPr/>
                <p14:nvPr/>
              </p14:nvContentPartPr>
              <p14:xfrm>
                <a:off x="4626407" y="4322720"/>
                <a:ext cx="235800" cy="567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1A80DCF-1916-0FCB-098E-BE6411194A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90767" y="4286720"/>
                  <a:ext cx="307440" cy="63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73176D0-A10E-4975-8D57-640DDA4FE1A9}"/>
              </a:ext>
            </a:extLst>
          </p:cNvPr>
          <p:cNvGrpSpPr/>
          <p:nvPr/>
        </p:nvGrpSpPr>
        <p:grpSpPr>
          <a:xfrm>
            <a:off x="5810087" y="4634480"/>
            <a:ext cx="788760" cy="356400"/>
            <a:chOff x="5810087" y="4634480"/>
            <a:chExt cx="78876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C0B4D20-C467-84EF-10F6-E9EDC6A33C68}"/>
                    </a:ext>
                  </a:extLst>
                </p14:cNvPr>
                <p14:cNvContentPartPr/>
                <p14:nvPr/>
              </p14:nvContentPartPr>
              <p14:xfrm>
                <a:off x="5810087" y="4673000"/>
                <a:ext cx="734760" cy="87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C0B4D20-C467-84EF-10F6-E9EDC6A33C6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74087" y="4637360"/>
                  <a:ext cx="806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9E228B2-CBFA-3612-4E48-ACF50D3ECF62}"/>
                    </a:ext>
                  </a:extLst>
                </p14:cNvPr>
                <p14:cNvContentPartPr/>
                <p14:nvPr/>
              </p14:nvContentPartPr>
              <p14:xfrm>
                <a:off x="6502367" y="4634480"/>
                <a:ext cx="96480" cy="356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9E228B2-CBFA-3612-4E48-ACF50D3ECF6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66367" y="4598840"/>
                  <a:ext cx="168120" cy="42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5317EDA-3E61-05AF-6A3C-A789AE84F6CF}"/>
                  </a:ext>
                </a:extLst>
              </p14:cNvPr>
              <p14:cNvContentPartPr/>
              <p14:nvPr/>
            </p14:nvContentPartPr>
            <p14:xfrm>
              <a:off x="1538327" y="4598120"/>
              <a:ext cx="650160" cy="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5317EDA-3E61-05AF-6A3C-A789AE84F6C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02687" y="4562120"/>
                <a:ext cx="7218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214F20DF-327F-F3F6-0979-DAD156B0CD84}"/>
              </a:ext>
            </a:extLst>
          </p:cNvPr>
          <p:cNvGrpSpPr/>
          <p:nvPr/>
        </p:nvGrpSpPr>
        <p:grpSpPr>
          <a:xfrm>
            <a:off x="133247" y="1198280"/>
            <a:ext cx="3568680" cy="2760480"/>
            <a:chOff x="133247" y="1198280"/>
            <a:chExt cx="3568680" cy="276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EC60A7-91C2-A96E-BA9B-59FCEF082E0E}"/>
                    </a:ext>
                  </a:extLst>
                </p14:cNvPr>
                <p14:cNvContentPartPr/>
                <p14:nvPr/>
              </p14:nvContentPartPr>
              <p14:xfrm>
                <a:off x="1767647" y="1198280"/>
                <a:ext cx="34200" cy="60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EC60A7-91C2-A96E-BA9B-59FCEF082E0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32007" y="1162640"/>
                  <a:ext cx="10584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B7EDC30-788C-5CCC-C7C7-F5B94E73CDDF}"/>
                    </a:ext>
                  </a:extLst>
                </p14:cNvPr>
                <p14:cNvContentPartPr/>
                <p14:nvPr/>
              </p14:nvContentPartPr>
              <p14:xfrm>
                <a:off x="1685927" y="1773560"/>
                <a:ext cx="184680" cy="186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B7EDC30-788C-5CCC-C7C7-F5B94E73CDD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50287" y="1737560"/>
                  <a:ext cx="2563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EE31E92-8F15-1CC0-8E8C-2A3499DF070A}"/>
                    </a:ext>
                  </a:extLst>
                </p14:cNvPr>
                <p14:cNvContentPartPr/>
                <p14:nvPr/>
              </p14:nvContentPartPr>
              <p14:xfrm>
                <a:off x="1815527" y="3150560"/>
                <a:ext cx="71640" cy="669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EE31E92-8F15-1CC0-8E8C-2A3499DF070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9527" y="3114560"/>
                  <a:ext cx="14328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DC07BC1-9FF6-F929-38C5-4C88C64FE3DD}"/>
                    </a:ext>
                  </a:extLst>
                </p14:cNvPr>
                <p14:cNvContentPartPr/>
                <p14:nvPr/>
              </p14:nvContentPartPr>
              <p14:xfrm>
                <a:off x="1719767" y="3750320"/>
                <a:ext cx="342000" cy="208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DC07BC1-9FF6-F929-38C5-4C88C64FE3D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84127" y="3714320"/>
                  <a:ext cx="413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557F960-9EAD-0D7A-0E5E-9B4B35571810}"/>
                    </a:ext>
                  </a:extLst>
                </p14:cNvPr>
                <p14:cNvContentPartPr/>
                <p14:nvPr/>
              </p14:nvContentPartPr>
              <p14:xfrm>
                <a:off x="447527" y="1832600"/>
                <a:ext cx="14040" cy="1269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557F960-9EAD-0D7A-0E5E-9B4B3557181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1887" y="1796960"/>
                  <a:ext cx="85680" cy="13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5CA8C01-9A47-DB63-62F5-A0865ED5E9C1}"/>
                    </a:ext>
                  </a:extLst>
                </p14:cNvPr>
                <p14:cNvContentPartPr/>
                <p14:nvPr/>
              </p14:nvContentPartPr>
              <p14:xfrm>
                <a:off x="133247" y="1772840"/>
                <a:ext cx="3568680" cy="2079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5CA8C01-9A47-DB63-62F5-A0865ED5E9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607" y="1736840"/>
                  <a:ext cx="3640320" cy="2151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AE0E1B7C-95AC-32EE-0C45-C8528DAD7F16}"/>
              </a:ext>
            </a:extLst>
          </p:cNvPr>
          <p:cNvSpPr txBox="1"/>
          <p:nvPr/>
        </p:nvSpPr>
        <p:spPr>
          <a:xfrm>
            <a:off x="3619838" y="254868"/>
            <a:ext cx="3298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r>
              <a:rPr lang="en-TR" dirty="0"/>
              <a:t>eveloped by Facebook</a:t>
            </a:r>
          </a:p>
          <a:p>
            <a:r>
              <a:rPr lang="en-TR" dirty="0"/>
              <a:t>Donated to Hadoop EcoSystem</a:t>
            </a:r>
          </a:p>
        </p:txBody>
      </p:sp>
    </p:spTree>
    <p:extLst>
      <p:ext uri="{BB962C8B-B14F-4D97-AF65-F5344CB8AC3E}">
        <p14:creationId xmlns:p14="http://schemas.microsoft.com/office/powerpoint/2010/main" val="3661174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3670F-E234-D113-1864-AD15F9DF3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230C4B-156D-2F2C-D8C5-EDA03B3F7A1F}"/>
              </a:ext>
            </a:extLst>
          </p:cNvPr>
          <p:cNvSpPr/>
          <p:nvPr/>
        </p:nvSpPr>
        <p:spPr>
          <a:xfrm>
            <a:off x="6412790" y="3537529"/>
            <a:ext cx="4569246" cy="2133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BF212-48D5-9C7B-B5C4-21247973A28F}"/>
              </a:ext>
            </a:extLst>
          </p:cNvPr>
          <p:cNvSpPr txBox="1"/>
          <p:nvPr/>
        </p:nvSpPr>
        <p:spPr>
          <a:xfrm>
            <a:off x="7684654" y="295114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Hadoop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771E84-E1DB-7E71-A39D-2ADA804E875C}"/>
              </a:ext>
            </a:extLst>
          </p:cNvPr>
          <p:cNvSpPr/>
          <p:nvPr/>
        </p:nvSpPr>
        <p:spPr>
          <a:xfrm>
            <a:off x="7399703" y="4401128"/>
            <a:ext cx="2595419" cy="882072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</a:t>
            </a:r>
            <a:r>
              <a:rPr lang="en-TR" dirty="0"/>
              <a:t>ame;lastname;id</a:t>
            </a:r>
          </a:p>
          <a:p>
            <a:r>
              <a:rPr lang="en-US" dirty="0"/>
              <a:t>A</a:t>
            </a:r>
            <a:r>
              <a:rPr lang="en-TR" dirty="0"/>
              <a:t>hmet;demirelli;1</a:t>
            </a:r>
          </a:p>
          <a:p>
            <a:r>
              <a:rPr lang="en-TR" dirty="0"/>
              <a:t>Ali;Something;2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9FAD7F-26B2-0AC9-9F46-DADBF9ACE80D}"/>
              </a:ext>
            </a:extLst>
          </p:cNvPr>
          <p:cNvSpPr txBox="1"/>
          <p:nvPr/>
        </p:nvSpPr>
        <p:spPr>
          <a:xfrm>
            <a:off x="8176936" y="5200072"/>
            <a:ext cx="1474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  <a:r>
              <a:rPr lang="en-TR" dirty="0"/>
              <a:t>tudents.csv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9D15EB-9087-CB18-E05D-9475CFBB3842}"/>
              </a:ext>
            </a:extLst>
          </p:cNvPr>
          <p:cNvSpPr/>
          <p:nvPr/>
        </p:nvSpPr>
        <p:spPr>
          <a:xfrm>
            <a:off x="894298" y="4089962"/>
            <a:ext cx="1838037" cy="872838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Java MapReduce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667540-75F6-639E-1301-4CF19C1B1BE9}"/>
              </a:ext>
            </a:extLst>
          </p:cNvPr>
          <p:cNvSpPr txBox="1"/>
          <p:nvPr/>
        </p:nvSpPr>
        <p:spPr>
          <a:xfrm>
            <a:off x="3206153" y="434171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Compile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014BA6-E7FF-1D52-A2EA-6CE17590C7F5}"/>
              </a:ext>
            </a:extLst>
          </p:cNvPr>
          <p:cNvSpPr txBox="1"/>
          <p:nvPr/>
        </p:nvSpPr>
        <p:spPr>
          <a:xfrm>
            <a:off x="4758547" y="4472832"/>
            <a:ext cx="1020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Package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EA865CB-5FD1-DF6E-F58C-ABD1049CF6BE}"/>
                  </a:ext>
                </a:extLst>
              </p14:cNvPr>
              <p14:cNvContentPartPr/>
              <p14:nvPr/>
            </p14:nvContentPartPr>
            <p14:xfrm>
              <a:off x="7451327" y="4962800"/>
              <a:ext cx="23724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EA865CB-5FD1-DF6E-F58C-ABD1049CF6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15327" y="4926800"/>
                <a:ext cx="3088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B2995D9-CFEB-360B-770C-F9794F0D6728}"/>
                  </a:ext>
                </a:extLst>
              </p14:cNvPr>
              <p14:cNvContentPartPr/>
              <p14:nvPr/>
            </p14:nvContentPartPr>
            <p14:xfrm>
              <a:off x="7447367" y="5241440"/>
              <a:ext cx="189000" cy="5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B2995D9-CFEB-360B-770C-F9794F0D67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11367" y="5205440"/>
                <a:ext cx="260640" cy="7704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1107C69-55D4-04FB-1F35-8D980B7F8A2C}"/>
              </a:ext>
            </a:extLst>
          </p:cNvPr>
          <p:cNvSpPr/>
          <p:nvPr/>
        </p:nvSpPr>
        <p:spPr>
          <a:xfrm>
            <a:off x="894298" y="332446"/>
            <a:ext cx="1747302" cy="77585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/>
              <a:t>Pig Latin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DA8580-AD7A-CC14-44F4-68CAB4F514BD}"/>
              </a:ext>
            </a:extLst>
          </p:cNvPr>
          <p:cNvSpPr/>
          <p:nvPr/>
        </p:nvSpPr>
        <p:spPr>
          <a:xfrm>
            <a:off x="894298" y="2098028"/>
            <a:ext cx="1747302" cy="1002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dirty="0">
                <a:highlight>
                  <a:srgbClr val="000000"/>
                </a:highlight>
              </a:rPr>
              <a:t>Pig Engine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3C66230-0C37-30E0-8D32-6B0E085BACAB}"/>
              </a:ext>
            </a:extLst>
          </p:cNvPr>
          <p:cNvGrpSpPr/>
          <p:nvPr/>
        </p:nvGrpSpPr>
        <p:grpSpPr>
          <a:xfrm>
            <a:off x="2869967" y="4511000"/>
            <a:ext cx="345600" cy="149760"/>
            <a:chOff x="2869967" y="4511000"/>
            <a:chExt cx="345600" cy="14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3796D6F-DC04-8B69-7803-56F51984A4E8}"/>
                    </a:ext>
                  </a:extLst>
                </p14:cNvPr>
                <p14:cNvContentPartPr/>
                <p14:nvPr/>
              </p14:nvContentPartPr>
              <p14:xfrm>
                <a:off x="2869967" y="4565720"/>
                <a:ext cx="266400" cy="52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3796D6F-DC04-8B69-7803-56F51984A4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33967" y="4529720"/>
                  <a:ext cx="3380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EC21A78-AE0E-C7C1-CF21-BE6AFC7962A2}"/>
                    </a:ext>
                  </a:extLst>
                </p14:cNvPr>
                <p14:cNvContentPartPr/>
                <p14:nvPr/>
              </p14:nvContentPartPr>
              <p14:xfrm>
                <a:off x="3049967" y="4511000"/>
                <a:ext cx="165600" cy="149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EC21A78-AE0E-C7C1-CF21-BE6AFC7962A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13967" y="4475360"/>
                  <a:ext cx="23724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BE3644-92C0-4FA2-55E9-785ED07B9359}"/>
              </a:ext>
            </a:extLst>
          </p:cNvPr>
          <p:cNvGrpSpPr/>
          <p:nvPr/>
        </p:nvGrpSpPr>
        <p:grpSpPr>
          <a:xfrm>
            <a:off x="4171367" y="4322720"/>
            <a:ext cx="690840" cy="567720"/>
            <a:chOff x="4171367" y="4322720"/>
            <a:chExt cx="690840" cy="56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9F26777-68C1-5A68-0647-F6D7575F9712}"/>
                    </a:ext>
                  </a:extLst>
                </p14:cNvPr>
                <p14:cNvContentPartPr/>
                <p14:nvPr/>
              </p14:nvContentPartPr>
              <p14:xfrm>
                <a:off x="4171367" y="4530440"/>
                <a:ext cx="530280" cy="29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9F26777-68C1-5A68-0647-F6D7575F971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35727" y="4494800"/>
                  <a:ext cx="6019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B3FBE70-2770-B9AA-0800-BAD98B19507F}"/>
                    </a:ext>
                  </a:extLst>
                </p14:cNvPr>
                <p14:cNvContentPartPr/>
                <p14:nvPr/>
              </p14:nvContentPartPr>
              <p14:xfrm>
                <a:off x="4626407" y="4322720"/>
                <a:ext cx="235800" cy="567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B3FBE70-2770-B9AA-0800-BAD98B19507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90767" y="4286720"/>
                  <a:ext cx="307440" cy="63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AA0487-AD3E-1336-D399-FFBEA1DC1FCC}"/>
              </a:ext>
            </a:extLst>
          </p:cNvPr>
          <p:cNvGrpSpPr/>
          <p:nvPr/>
        </p:nvGrpSpPr>
        <p:grpSpPr>
          <a:xfrm>
            <a:off x="5810087" y="4634480"/>
            <a:ext cx="788760" cy="356400"/>
            <a:chOff x="5810087" y="4634480"/>
            <a:chExt cx="78876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495931C-38EC-5B6F-EC99-1CC52D3CFF9E}"/>
                    </a:ext>
                  </a:extLst>
                </p14:cNvPr>
                <p14:cNvContentPartPr/>
                <p14:nvPr/>
              </p14:nvContentPartPr>
              <p14:xfrm>
                <a:off x="5810087" y="4673000"/>
                <a:ext cx="734760" cy="87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495931C-38EC-5B6F-EC99-1CC52D3CFF9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74087" y="4637360"/>
                  <a:ext cx="8064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0E33F23-0375-F365-0D99-2B7C31C3540B}"/>
                    </a:ext>
                  </a:extLst>
                </p14:cNvPr>
                <p14:cNvContentPartPr/>
                <p14:nvPr/>
              </p14:nvContentPartPr>
              <p14:xfrm>
                <a:off x="6502367" y="4634480"/>
                <a:ext cx="96480" cy="3564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0E33F23-0375-F365-0D99-2B7C31C3540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66367" y="4598840"/>
                  <a:ext cx="168120" cy="428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D2EDB91-C0CD-BA2D-B676-E086D22091B1}"/>
                  </a:ext>
                </a:extLst>
              </p14:cNvPr>
              <p14:cNvContentPartPr/>
              <p14:nvPr/>
            </p14:nvContentPartPr>
            <p14:xfrm>
              <a:off x="1538327" y="4598120"/>
              <a:ext cx="650160" cy="3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D2EDB91-C0CD-BA2D-B676-E086D22091B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02687" y="4562120"/>
                <a:ext cx="7218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1F702120-4D9A-085B-5910-A4C432DB2A3B}"/>
              </a:ext>
            </a:extLst>
          </p:cNvPr>
          <p:cNvGrpSpPr/>
          <p:nvPr/>
        </p:nvGrpSpPr>
        <p:grpSpPr>
          <a:xfrm>
            <a:off x="133247" y="1198280"/>
            <a:ext cx="3568680" cy="2760480"/>
            <a:chOff x="133247" y="1198280"/>
            <a:chExt cx="3568680" cy="276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AFBF8CE-B302-6800-1B48-BB71FAEF1219}"/>
                    </a:ext>
                  </a:extLst>
                </p14:cNvPr>
                <p14:cNvContentPartPr/>
                <p14:nvPr/>
              </p14:nvContentPartPr>
              <p14:xfrm>
                <a:off x="1767647" y="1198280"/>
                <a:ext cx="34200" cy="603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AFBF8CE-B302-6800-1B48-BB71FAEF121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32007" y="1162640"/>
                  <a:ext cx="10584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D058CA-7EEE-DE09-CE1A-DCF8835DF69F}"/>
                    </a:ext>
                  </a:extLst>
                </p14:cNvPr>
                <p14:cNvContentPartPr/>
                <p14:nvPr/>
              </p14:nvContentPartPr>
              <p14:xfrm>
                <a:off x="1685927" y="1773560"/>
                <a:ext cx="184680" cy="186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D058CA-7EEE-DE09-CE1A-DCF8835DF6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50287" y="1737560"/>
                  <a:ext cx="2563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21CCAE4-BAC9-8FC6-4056-B8A462464BCD}"/>
                    </a:ext>
                  </a:extLst>
                </p14:cNvPr>
                <p14:cNvContentPartPr/>
                <p14:nvPr/>
              </p14:nvContentPartPr>
              <p14:xfrm>
                <a:off x="1815527" y="3150560"/>
                <a:ext cx="71640" cy="6696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21CCAE4-BAC9-8FC6-4056-B8A462464BC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79527" y="3114560"/>
                  <a:ext cx="14328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624D0B0-3AEC-9CF5-A152-07825B81E3DA}"/>
                    </a:ext>
                  </a:extLst>
                </p14:cNvPr>
                <p14:cNvContentPartPr/>
                <p14:nvPr/>
              </p14:nvContentPartPr>
              <p14:xfrm>
                <a:off x="1719767" y="3750320"/>
                <a:ext cx="342000" cy="2084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624D0B0-3AEC-9CF5-A152-07825B81E3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84127" y="3714320"/>
                  <a:ext cx="413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1CB68B7-C819-CC46-F763-5A03B2EF27CA}"/>
                    </a:ext>
                  </a:extLst>
                </p14:cNvPr>
                <p14:cNvContentPartPr/>
                <p14:nvPr/>
              </p14:nvContentPartPr>
              <p14:xfrm>
                <a:off x="447527" y="1832600"/>
                <a:ext cx="14040" cy="1269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1CB68B7-C819-CC46-F763-5A03B2EF27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1887" y="1796960"/>
                  <a:ext cx="85680" cy="13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D67A736-3E68-1436-8F2A-45B28DE2FDFA}"/>
                    </a:ext>
                  </a:extLst>
                </p14:cNvPr>
                <p14:cNvContentPartPr/>
                <p14:nvPr/>
              </p14:nvContentPartPr>
              <p14:xfrm>
                <a:off x="133247" y="1772840"/>
                <a:ext cx="3568680" cy="2079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D67A736-3E68-1436-8F2A-45B28DE2FDF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7607" y="1736840"/>
                  <a:ext cx="3640320" cy="2151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604914D-1987-5781-D9CB-3534E3FF90D4}"/>
              </a:ext>
            </a:extLst>
          </p:cNvPr>
          <p:cNvSpPr txBox="1"/>
          <p:nvPr/>
        </p:nvSpPr>
        <p:spPr>
          <a:xfrm>
            <a:off x="3530081" y="249382"/>
            <a:ext cx="3298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Developed by Yahoo</a:t>
            </a:r>
          </a:p>
          <a:p>
            <a:r>
              <a:rPr lang="en-TR" dirty="0"/>
              <a:t>Donated to Hadoop EcoSystem</a:t>
            </a:r>
          </a:p>
        </p:txBody>
      </p:sp>
    </p:spTree>
    <p:extLst>
      <p:ext uri="{BB962C8B-B14F-4D97-AF65-F5344CB8AC3E}">
        <p14:creationId xmlns:p14="http://schemas.microsoft.com/office/powerpoint/2010/main" val="3860869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 3">
            <a:extLst>
              <a:ext uri="{FF2B5EF4-FFF2-40B4-BE49-F238E27FC236}">
                <a16:creationId xmlns:a16="http://schemas.microsoft.com/office/drawing/2014/main" id="{083D22CC-74E6-CD03-E41E-BC44B17C4767}"/>
              </a:ext>
            </a:extLst>
          </p:cNvPr>
          <p:cNvSpPr/>
          <p:nvPr/>
        </p:nvSpPr>
        <p:spPr>
          <a:xfrm>
            <a:off x="406400" y="1930400"/>
            <a:ext cx="2032000" cy="302952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35842D-990A-6D12-462D-5264DA95AD4D}"/>
              </a:ext>
            </a:extLst>
          </p:cNvPr>
          <p:cNvSpPr txBox="1"/>
          <p:nvPr/>
        </p:nvSpPr>
        <p:spPr>
          <a:xfrm>
            <a:off x="954964" y="1182254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RDBMS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A570D-DFAD-5807-A4BD-DDC0728A5EF2}"/>
              </a:ext>
            </a:extLst>
          </p:cNvPr>
          <p:cNvSpPr/>
          <p:nvPr/>
        </p:nvSpPr>
        <p:spPr>
          <a:xfrm>
            <a:off x="8571346" y="1930400"/>
            <a:ext cx="2503054" cy="31403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0379D-4D60-4ECF-D46A-D680CEB12ED0}"/>
              </a:ext>
            </a:extLst>
          </p:cNvPr>
          <p:cNvSpPr txBox="1"/>
          <p:nvPr/>
        </p:nvSpPr>
        <p:spPr>
          <a:xfrm>
            <a:off x="9421091" y="1413164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Hadoop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CC943E-903D-8B12-9F56-2FDC928EA5F4}"/>
              </a:ext>
            </a:extLst>
          </p:cNvPr>
          <p:cNvSpPr/>
          <p:nvPr/>
        </p:nvSpPr>
        <p:spPr>
          <a:xfrm>
            <a:off x="4156364" y="2604655"/>
            <a:ext cx="2595418" cy="135774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B9A14-BD0D-1DC2-B634-F1BF1C66438B}"/>
              </a:ext>
            </a:extLst>
          </p:cNvPr>
          <p:cNvSpPr txBox="1"/>
          <p:nvPr/>
        </p:nvSpPr>
        <p:spPr>
          <a:xfrm>
            <a:off x="5091137" y="1930400"/>
            <a:ext cx="827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TR" dirty="0"/>
              <a:t>Sqoop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1967E73-D0A7-E197-8A56-F6C13F3FF78A}"/>
              </a:ext>
            </a:extLst>
          </p:cNvPr>
          <p:cNvGrpSpPr/>
          <p:nvPr/>
        </p:nvGrpSpPr>
        <p:grpSpPr>
          <a:xfrm>
            <a:off x="2557847" y="2243000"/>
            <a:ext cx="7126560" cy="567000"/>
            <a:chOff x="2557847" y="2243000"/>
            <a:chExt cx="7126560" cy="56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7EF440C-892A-9BAA-690E-9960D7569DFB}"/>
                    </a:ext>
                  </a:extLst>
                </p14:cNvPr>
                <p14:cNvContentPartPr/>
                <p14:nvPr/>
              </p14:nvContentPartPr>
              <p14:xfrm>
                <a:off x="2557847" y="2564120"/>
                <a:ext cx="2057400" cy="245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7EF440C-892A-9BAA-690E-9960D7569DF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22207" y="2528480"/>
                  <a:ext cx="21290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267D0D-D3C3-4B89-5947-D885E2EF7CE0}"/>
                    </a:ext>
                  </a:extLst>
                </p14:cNvPr>
                <p14:cNvContentPartPr/>
                <p14:nvPr/>
              </p14:nvContentPartPr>
              <p14:xfrm>
                <a:off x="4570967" y="2481320"/>
                <a:ext cx="47520" cy="205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267D0D-D3C3-4B89-5947-D885E2EF7CE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534967" y="2445320"/>
                  <a:ext cx="11916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C46EEF3-AFEF-C5DF-71AE-D494A21C0DE1}"/>
                    </a:ext>
                  </a:extLst>
                </p14:cNvPr>
                <p14:cNvContentPartPr/>
                <p14:nvPr/>
              </p14:nvContentPartPr>
              <p14:xfrm>
                <a:off x="6323447" y="2324720"/>
                <a:ext cx="3290040" cy="379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C46EEF3-AFEF-C5DF-71AE-D494A21C0DE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87807" y="2289080"/>
                  <a:ext cx="336168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4FBC963-EF26-7DDE-AAA9-C7898945E1A3}"/>
                    </a:ext>
                  </a:extLst>
                </p14:cNvPr>
                <p14:cNvContentPartPr/>
                <p14:nvPr/>
              </p14:nvContentPartPr>
              <p14:xfrm>
                <a:off x="9512327" y="2243000"/>
                <a:ext cx="172080" cy="2930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4FBC963-EF26-7DDE-AAA9-C7898945E1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76327" y="2207000"/>
                  <a:ext cx="243720" cy="36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0D676D8-3A1E-3F76-9044-1461E9856D87}"/>
              </a:ext>
            </a:extLst>
          </p:cNvPr>
          <p:cNvGrpSpPr/>
          <p:nvPr/>
        </p:nvGrpSpPr>
        <p:grpSpPr>
          <a:xfrm>
            <a:off x="1948367" y="3775160"/>
            <a:ext cx="7068600" cy="767880"/>
            <a:chOff x="1948367" y="3775160"/>
            <a:chExt cx="7068600" cy="76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D164F71-5E1B-ED66-AA63-97471B5145BE}"/>
                    </a:ext>
                  </a:extLst>
                </p14:cNvPr>
                <p14:cNvContentPartPr/>
                <p14:nvPr/>
              </p14:nvContentPartPr>
              <p14:xfrm>
                <a:off x="6153167" y="3861200"/>
                <a:ext cx="2863800" cy="502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D164F71-5E1B-ED66-AA63-97471B5145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17527" y="3825200"/>
                  <a:ext cx="293544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BF013E3-FC42-CA79-00F1-9C1CB3B48A00}"/>
                    </a:ext>
                  </a:extLst>
                </p14:cNvPr>
                <p14:cNvContentPartPr/>
                <p14:nvPr/>
              </p14:nvContentPartPr>
              <p14:xfrm>
                <a:off x="6036167" y="3775160"/>
                <a:ext cx="469800" cy="299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BF013E3-FC42-CA79-00F1-9C1CB3B48A0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00527" y="3739160"/>
                  <a:ext cx="54144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D9BAC6E-C8F3-A295-1A97-B5D27A6F1BEB}"/>
                    </a:ext>
                  </a:extLst>
                </p14:cNvPr>
                <p14:cNvContentPartPr/>
                <p14:nvPr/>
              </p14:nvContentPartPr>
              <p14:xfrm>
                <a:off x="2105687" y="3965600"/>
                <a:ext cx="2989080" cy="348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D9BAC6E-C8F3-A295-1A97-B5D27A6F1BE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70047" y="3929960"/>
                  <a:ext cx="3060720" cy="41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A304F52-0D3B-8FE6-35F7-B7EB75DBC11D}"/>
                    </a:ext>
                  </a:extLst>
                </p14:cNvPr>
                <p14:cNvContentPartPr/>
                <p14:nvPr/>
              </p14:nvContentPartPr>
              <p14:xfrm>
                <a:off x="1948367" y="4132640"/>
                <a:ext cx="374760" cy="410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A304F52-0D3B-8FE6-35F7-B7EB75DBC1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12727" y="4097000"/>
                  <a:ext cx="446400" cy="48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8807271-AC0C-BD1D-AA14-30C148EEA7A3}"/>
                  </a:ext>
                </a:extLst>
              </p14:cNvPr>
              <p14:cNvContentPartPr/>
              <p14:nvPr/>
            </p14:nvContentPartPr>
            <p14:xfrm>
              <a:off x="5179367" y="2281160"/>
              <a:ext cx="780840" cy="104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8807271-AC0C-BD1D-AA14-30C148EEA7A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43367" y="2245520"/>
                <a:ext cx="852480" cy="8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2671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286</Words>
  <Application>Microsoft Macintosh PowerPoint</Application>
  <PresentationFormat>Widescreen</PresentationFormat>
  <Paragraphs>81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How To install Hadoop 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Ahmet Demirelli</dc:creator>
  <cp:lastModifiedBy>Ahmet Demirelli</cp:lastModifiedBy>
  <cp:revision>18</cp:revision>
  <dcterms:created xsi:type="dcterms:W3CDTF">2025-02-05T14:13:37Z</dcterms:created>
  <dcterms:modified xsi:type="dcterms:W3CDTF">2025-02-21T11:02:12Z</dcterms:modified>
</cp:coreProperties>
</file>