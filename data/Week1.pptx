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7"/>
    <p:restoredTop sz="94793"/>
  </p:normalViewPr>
  <p:slideViewPr>
    <p:cSldViewPr snapToGrid="0">
      <p:cViewPr varScale="1">
        <p:scale>
          <a:sx n="124" d="100"/>
          <a:sy n="124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5T14:20:01.42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24575,'53'63'0,"1"0"0,-11-13 0,2 2 0,3 4 0,0-1 0,3 3 0,1 3 0,2 0-820,4 8 1,3 2 0,0 2 0,-1-1 548,0 1 1,0 0 0,0 1 0,0 0 270,-1 0 0,-1 1 0,0-1 0,-3-2 0,-7-9 0,-2-1 0,-1-2 0,-1-2 294,8 11 1,-2-3 0,-1-3-295,-5-8 0,-2-1 0,-1-4 0,9 9 0,-2-5 404,-5-5 1,-2-4-405,20 27 0,-16-14 0,-14-14 2264,-9-14-2264,-4-8 100,-6-7 0,-5-8 0,-4-3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5T14:20:02.4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24575,'100'0'0,"0"0"0,-23 0 0,4 0 0,3 0 0,-8 0 0,3 0 0,2 0 0,-1 0-583,1 0 0,0 0 0,0 0 0,-2 0 583,19 0 0,-3 0 0,-4 0 0,-17 0 0,-2 0 0,-5 0 373,9 0 0,-8 0-373,21 0 385,-33 0-385,-27 0 0,-19 0 0,-6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5T14:20:03.67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1254 24575,'73'-55'0,"-16"14"0,6-4 0,-4 5 0,4-3 0,3-2-810,10-6 1,4-2-1,0 0 810,2-1 0,0 1 0,-3 1 0,-8 6 0,-2 2 0,-4 2 388,13-9 0,-7 3-388,-17 12 0,-4 4 400,25-16-400,-6 2 0,-1-1 0,7-8 1253,3-3-1253,-6 8 0,-17 13 0,-19 19 0,-21 9 0,-8 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5T14:20:27.2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26 24575,'70'0'0,"-17"0"0,6 0 0,22 0 0,7 0 0,10 0 0,3 0 0,-34-1 0,0 0 0,-1 0 0,26 0 0,-4-1 0,-9-1 0,-5-1 0,-10 1 0,-5 0 0,29 0 0,-31 0 0,-25 3 0,-13 0 0,-6 0 0,-4 0 0,1 0 0,2 0 0,2 0 0,1 0 0,-4 0 0,-4 0 0,-5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5T14:20:28.8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24575,'63'31'0,"11"8"0,2 12 0,-2 1 0,-12-9 0,-23-10 0,-10-11 0,-13-7 0,-7-6 0,-5-2 0,-3 0 0,-1 1 0,0 3 0,0 2 0,2 4 0,2 1 0,0-3 0,0-3 0,-2-5 0,-2 0 0,-2 1 0,-5 11 0,-10 24 0,-8 23 0,-6 23 0,16-39 0,0 0 0,-12 38 0,5-16 0,7-25 0,4-18 0,4-12 0,2-6 0,1-2 0,2-3 0,2 2 0,0-2 0,0-2 0,0-1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98DD3-F11F-1E98-4AFE-569A2D5AE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FD5713-FA48-36C2-64DA-B7A17FC32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8A0AF-EE2A-E918-DA6A-24E920BCC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19.02.2025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01451-0433-6202-6305-BFCA577D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B1705-4496-339C-578F-A281D4D3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275858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A3BF9-87C2-D164-D298-17CDC76F7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6E3B5-C52B-F2E5-D47C-DB8C28162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20ABC-2AD8-66DF-3913-7329FDFA7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19.02.2025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E46D9-3B89-1CE5-37ED-D1ABB2ED8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F2A13-756F-3DD4-EC68-23A938BE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583567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06EE6-8473-196B-19EB-24853285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FD3EF-A6FE-49C3-8477-F70691BBA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E5D7F-8478-D5DC-EF31-7A1020316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19.02.2025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34F3A-FF32-44D9-BFA8-5FD02A7D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DE5BB-BBED-1047-3A36-1A80035D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43547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95B63-8FCE-21DF-D730-8B16245A1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F7552-DEEF-61B5-4FAB-05FAC50D7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37EA9-5663-5A01-BF19-1DDE6702F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3094D-177F-D165-DD14-D3952F45E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19.02.2025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350E3-EC05-E856-13E6-516AD789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9EB5C-96EE-936B-36FD-7D7B8461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732992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A1057-C590-3108-2590-F858D770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204D5-E4E7-F2DC-2EDB-DFAB618D9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53125B-B643-7B5B-2EFE-74CD15598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C2C76D-6B46-86DE-7E7B-489BAFE865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70C9FD-F570-6CDC-CE57-6BF40FBDEF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F3FB69-8811-BADF-E8D0-196E3009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19.02.2025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09FAD2-821F-9003-DBAD-4F615D214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8A7178-5191-4DC3-A5C2-47EE7DC9A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055287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06FD-BC24-29C1-A8DE-30E4C2D48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5D2CB-1DBE-FDDC-A276-FA64E9B86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19.02.2025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0D426-85B1-6C52-50FA-735505FDD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7E7D56-F2E6-C9B9-0FDC-87435CFB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56122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4D9DBC-F00E-76CC-A01F-B8E7D72B8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19.02.2025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67934-459E-A065-40B9-515DBC303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8248E-CD88-DA62-81EB-D1EED53A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681745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023C8-9BE0-16E4-C2CE-555A085E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B7210-CAEB-6E67-CACE-8BDECC828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D4B437-00A4-62EC-ABC0-25EEBDF57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E0D1A-62D1-15A5-0D89-882048F0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19.02.2025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0D7FE-1966-CAB9-B0BF-A43BF705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14738-53BF-72AA-E016-B75B1A2D9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36475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AFCD-CFD2-A3B0-7951-0931A621D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3346B5-E383-B6E2-F853-261D2D33B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ABDFE-542A-6D96-F929-74F24EB50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8F80E-E018-8ECA-26BC-3980B2164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19.02.2025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E6F76-57B8-AAA2-C6ED-ECA32682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E0966-1992-A749-898F-7A3CEA227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37279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6C5B5-8CF0-EC41-44B8-3D1D8EBD4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7C12B-BE39-64B4-AB68-C3EA01CB2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FEFFA-47E0-477A-C475-DA75D19A7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19.02.2025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116CB-CA25-43AC-B7DF-1B6BD357E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257F7-7FDE-618B-2445-D0099E82E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25592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47E95F-58C2-7706-46F4-406CB06599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EBC4D-ADB4-F214-7A7C-28CCE5A96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B9E37-EB09-1AA0-811B-A72288C7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19.02.2025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0D978-1534-D08E-81F0-323088CB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D4114-B8FF-5F1A-D9D0-61F73C77F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506565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A93CB8-3421-5C05-DAA2-7AC1E87A7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5ECD1-2BBF-811A-6C89-AD045718E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84DCF-C8E5-BCD5-E66D-48C110BBC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A8542-303F-7F43-9654-6676D649DDC9}" type="datetimeFigureOut">
              <a:rPr lang="en-TR" smtClean="0"/>
              <a:t>19.02.2025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B76EC-AFBD-4FCD-C427-80689C4BA9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7D4A5-4EB0-23BD-766D-BF8605F23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905256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A3516C6-4F4F-DD86-4B2B-FDB1D65F6E3F}"/>
              </a:ext>
            </a:extLst>
          </p:cNvPr>
          <p:cNvSpPr/>
          <p:nvPr/>
        </p:nvSpPr>
        <p:spPr>
          <a:xfrm>
            <a:off x="7546428" y="367862"/>
            <a:ext cx="4456386" cy="5486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05FC1423-8E45-1552-CE04-23AA6238EF7B}"/>
              </a:ext>
            </a:extLst>
          </p:cNvPr>
          <p:cNvSpPr/>
          <p:nvPr/>
        </p:nvSpPr>
        <p:spPr>
          <a:xfrm>
            <a:off x="5275994" y="1539765"/>
            <a:ext cx="1818289" cy="291136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DB</a:t>
            </a:r>
          </a:p>
          <a:p>
            <a:pPr algn="ctr"/>
            <a:r>
              <a:rPr lang="en-TR" dirty="0"/>
              <a:t>(OLTP)</a:t>
            </a:r>
          </a:p>
        </p:txBody>
      </p:sp>
      <p:sp>
        <p:nvSpPr>
          <p:cNvPr id="5" name="Can 4">
            <a:extLst>
              <a:ext uri="{FF2B5EF4-FFF2-40B4-BE49-F238E27FC236}">
                <a16:creationId xmlns:a16="http://schemas.microsoft.com/office/drawing/2014/main" id="{A798A472-930A-8B0E-A578-0257B0702265}"/>
              </a:ext>
            </a:extLst>
          </p:cNvPr>
          <p:cNvSpPr/>
          <p:nvPr/>
        </p:nvSpPr>
        <p:spPr>
          <a:xfrm>
            <a:off x="9695593" y="975553"/>
            <a:ext cx="1818289" cy="291136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DB</a:t>
            </a:r>
          </a:p>
          <a:p>
            <a:pPr algn="ctr"/>
            <a:r>
              <a:rPr lang="en-TR" dirty="0"/>
              <a:t>(OLAP)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FF8E86-AF52-33A6-3513-362616D5FBE4}"/>
              </a:ext>
            </a:extLst>
          </p:cNvPr>
          <p:cNvSpPr/>
          <p:nvPr/>
        </p:nvSpPr>
        <p:spPr>
          <a:xfrm>
            <a:off x="972207" y="725213"/>
            <a:ext cx="1140372" cy="1629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mobile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90A508-0BDE-5E54-28A4-A806D9B33D1C}"/>
              </a:ext>
            </a:extLst>
          </p:cNvPr>
          <p:cNvSpPr/>
          <p:nvPr/>
        </p:nvSpPr>
        <p:spPr>
          <a:xfrm>
            <a:off x="801415" y="2701158"/>
            <a:ext cx="1140372" cy="1629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Web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FCD5A8-45A6-47D9-64CF-2D53F39B2427}"/>
              </a:ext>
            </a:extLst>
          </p:cNvPr>
          <p:cNvSpPr/>
          <p:nvPr/>
        </p:nvSpPr>
        <p:spPr>
          <a:xfrm>
            <a:off x="801415" y="4677103"/>
            <a:ext cx="1140372" cy="1629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IVR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D7C00A-D90B-B731-467E-99C9C540C2F8}"/>
              </a:ext>
            </a:extLst>
          </p:cNvPr>
          <p:cNvSpPr/>
          <p:nvPr/>
        </p:nvSpPr>
        <p:spPr>
          <a:xfrm>
            <a:off x="3090041" y="1345324"/>
            <a:ext cx="1387367" cy="42882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Enterprise</a:t>
            </a:r>
          </a:p>
          <a:p>
            <a:pPr algn="ctr"/>
            <a:r>
              <a:rPr lang="en-TR" dirty="0"/>
              <a:t>App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CEE9999-06C9-2523-0010-B4A457C65EEB}"/>
                  </a:ext>
                </a:extLst>
              </p14:cNvPr>
              <p14:cNvContentPartPr/>
              <p14:nvPr/>
            </p14:nvContentPartPr>
            <p14:xfrm>
              <a:off x="2241298" y="1415412"/>
              <a:ext cx="720360" cy="883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CEE9999-06C9-2523-0010-B4A457C65E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5658" y="1379412"/>
                <a:ext cx="792000" cy="9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B5C02D3-1117-A4E5-6982-DA04277E9FC2}"/>
                  </a:ext>
                </a:extLst>
              </p14:cNvPr>
              <p14:cNvContentPartPr/>
              <p14:nvPr/>
            </p14:nvContentPartPr>
            <p14:xfrm>
              <a:off x="2170738" y="3384252"/>
              <a:ext cx="68760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B5C02D3-1117-A4E5-6982-DA04277E9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35098" y="3348612"/>
                <a:ext cx="759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8B80DDC-A16E-67B4-EA7B-54E4B21A29BD}"/>
                  </a:ext>
                </a:extLst>
              </p14:cNvPr>
              <p14:cNvContentPartPr/>
              <p14:nvPr/>
            </p14:nvContentPartPr>
            <p14:xfrm>
              <a:off x="2272978" y="4732092"/>
              <a:ext cx="672840" cy="451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8B80DDC-A16E-67B4-EA7B-54E4B21A29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36978" y="4696452"/>
                <a:ext cx="744480" cy="52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D93A67F-5F88-770A-1EDD-3B122E974CB0}"/>
              </a:ext>
            </a:extLst>
          </p:cNvPr>
          <p:cNvGrpSpPr/>
          <p:nvPr/>
        </p:nvGrpSpPr>
        <p:grpSpPr>
          <a:xfrm>
            <a:off x="4569058" y="3081492"/>
            <a:ext cx="617400" cy="375480"/>
            <a:chOff x="4569058" y="3081492"/>
            <a:chExt cx="61740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E14A159-FE6A-DD7C-B018-3A777CFF9961}"/>
                    </a:ext>
                  </a:extLst>
                </p14:cNvPr>
                <p14:cNvContentPartPr/>
                <p14:nvPr/>
              </p14:nvContentPartPr>
              <p14:xfrm>
                <a:off x="4569058" y="3221172"/>
                <a:ext cx="538200" cy="9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E14A159-FE6A-DD7C-B018-3A777CFF99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33058" y="3185532"/>
                  <a:ext cx="609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A91CA4-424B-EEED-1B75-AC4C1C7B573B}"/>
                    </a:ext>
                  </a:extLst>
                </p14:cNvPr>
                <p14:cNvContentPartPr/>
                <p14:nvPr/>
              </p14:nvContentPartPr>
              <p14:xfrm>
                <a:off x="5019418" y="3081492"/>
                <a:ext cx="167040" cy="375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A91CA4-424B-EEED-1B75-AC4C1C7B573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83418" y="3045492"/>
                  <a:ext cx="238680" cy="447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6759581-6EC7-2ADC-60EA-D7A71AAD9826}"/>
              </a:ext>
            </a:extLst>
          </p:cNvPr>
          <p:cNvSpPr txBox="1"/>
          <p:nvPr/>
        </p:nvSpPr>
        <p:spPr>
          <a:xfrm>
            <a:off x="5623034" y="651641"/>
            <a:ext cx="1731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Live Operations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DC0219-26A8-1E48-F15A-B0C69C4626B3}"/>
              </a:ext>
            </a:extLst>
          </p:cNvPr>
          <p:cNvSpPr txBox="1"/>
          <p:nvPr/>
        </p:nvSpPr>
        <p:spPr>
          <a:xfrm>
            <a:off x="8790890" y="6092621"/>
            <a:ext cx="1809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Data warehouse</a:t>
            </a:r>
          </a:p>
        </p:txBody>
      </p:sp>
    </p:spTree>
    <p:extLst>
      <p:ext uri="{BB962C8B-B14F-4D97-AF65-F5344CB8AC3E}">
        <p14:creationId xmlns:p14="http://schemas.microsoft.com/office/powerpoint/2010/main" val="1143488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5C404-C37F-BA96-643B-8A4688479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300" dirty="0"/>
              <a:t>t</a:t>
            </a:r>
            <a:r>
              <a:rPr lang="en-TR" sz="2300" dirty="0"/>
              <a:t>ry{</a:t>
            </a:r>
          </a:p>
          <a:p>
            <a:pPr marL="914400" lvl="2" indent="0">
              <a:buNone/>
            </a:pPr>
            <a:r>
              <a:rPr lang="en-TR" sz="2300" dirty="0"/>
              <a:t> </a:t>
            </a:r>
            <a:r>
              <a:rPr lang="en-TR" sz="2300" dirty="0">
                <a:solidFill>
                  <a:srgbClr val="FF0000"/>
                </a:solidFill>
              </a:rPr>
              <a:t>tx.start()</a:t>
            </a:r>
          </a:p>
          <a:p>
            <a:pPr marL="914400" lvl="2" indent="0">
              <a:buNone/>
            </a:pPr>
            <a:r>
              <a:rPr lang="en-TR" sz="2300" dirty="0"/>
              <a:t>//</a:t>
            </a:r>
            <a:r>
              <a:rPr lang="en-TR" sz="2300"/>
              <a:t>inset info into </a:t>
            </a:r>
            <a:r>
              <a:rPr lang="en-TR" sz="2300" dirty="0"/>
              <a:t>1. table</a:t>
            </a:r>
          </a:p>
          <a:p>
            <a:pPr marL="914400" lvl="2" indent="0">
              <a:buNone/>
            </a:pPr>
            <a:r>
              <a:rPr lang="en-TR" sz="2300" dirty="0"/>
              <a:t>//update somthing </a:t>
            </a:r>
            <a:r>
              <a:rPr lang="en-US" sz="2300" dirty="0"/>
              <a:t>i</a:t>
            </a:r>
            <a:r>
              <a:rPr lang="en-TR" sz="2300" dirty="0"/>
              <a:t>n 2. table</a:t>
            </a:r>
          </a:p>
          <a:p>
            <a:pPr marL="914400" lvl="2" indent="0">
              <a:buNone/>
            </a:pPr>
            <a:r>
              <a:rPr lang="en-TR" sz="2300" dirty="0"/>
              <a:t>//insert info into 3. table</a:t>
            </a:r>
          </a:p>
          <a:p>
            <a:pPr marL="914400" lvl="2" indent="0">
              <a:buNone/>
            </a:pPr>
            <a:r>
              <a:rPr lang="en-TR" sz="2300" dirty="0"/>
              <a:t>.....</a:t>
            </a:r>
          </a:p>
          <a:p>
            <a:pPr marL="914400" lvl="2" indent="0">
              <a:buNone/>
            </a:pPr>
            <a:r>
              <a:rPr lang="en-TR" sz="2300" dirty="0"/>
              <a:t>..</a:t>
            </a:r>
          </a:p>
          <a:p>
            <a:pPr marL="914400" lvl="2" indent="0">
              <a:buNone/>
            </a:pPr>
            <a:r>
              <a:rPr lang="en-US" sz="2300" dirty="0">
                <a:solidFill>
                  <a:srgbClr val="FF0000"/>
                </a:solidFill>
              </a:rPr>
              <a:t>t</a:t>
            </a:r>
            <a:r>
              <a:rPr lang="en-TR" sz="2300" dirty="0">
                <a:solidFill>
                  <a:srgbClr val="FF0000"/>
                </a:solidFill>
              </a:rPr>
              <a:t>x.commit()</a:t>
            </a:r>
          </a:p>
          <a:p>
            <a:pPr marL="0" indent="0">
              <a:buNone/>
            </a:pPr>
            <a:endParaRPr lang="en-TR" sz="2300" dirty="0"/>
          </a:p>
          <a:p>
            <a:pPr marL="0" indent="0">
              <a:buNone/>
            </a:pPr>
            <a:r>
              <a:rPr lang="en-TR" sz="2300" dirty="0"/>
              <a:t>}</a:t>
            </a:r>
          </a:p>
          <a:p>
            <a:pPr marL="0" indent="0">
              <a:buNone/>
            </a:pPr>
            <a:r>
              <a:rPr lang="en-TR" sz="2300" dirty="0"/>
              <a:t>catch (E</a:t>
            </a:r>
            <a:r>
              <a:rPr lang="en-US" sz="2300" dirty="0"/>
              <a:t>x</a:t>
            </a:r>
            <a:r>
              <a:rPr lang="en-TR" sz="2300" dirty="0"/>
              <a:t>ception ex)</a:t>
            </a:r>
          </a:p>
          <a:p>
            <a:pPr marL="0" indent="0">
              <a:buNone/>
            </a:pPr>
            <a:r>
              <a:rPr lang="en-TR" sz="2300" dirty="0"/>
              <a:t>{</a:t>
            </a:r>
          </a:p>
          <a:p>
            <a:pPr marL="0" indent="0">
              <a:buNone/>
            </a:pPr>
            <a:r>
              <a:rPr lang="en-US" sz="2300" dirty="0"/>
              <a:t>	</a:t>
            </a:r>
            <a:r>
              <a:rPr lang="en-US" sz="2300" dirty="0">
                <a:solidFill>
                  <a:srgbClr val="FF0000"/>
                </a:solidFill>
              </a:rPr>
              <a:t>t</a:t>
            </a:r>
            <a:r>
              <a:rPr lang="en-TR" sz="2300" dirty="0">
                <a:solidFill>
                  <a:srgbClr val="FF0000"/>
                </a:solidFill>
              </a:rPr>
              <a:t>x.tollback()</a:t>
            </a:r>
          </a:p>
          <a:p>
            <a:pPr marL="0" indent="0">
              <a:buNone/>
            </a:pPr>
            <a:r>
              <a:rPr lang="en-TR" sz="2300" dirty="0"/>
              <a:t>}</a:t>
            </a:r>
          </a:p>
          <a:p>
            <a:endParaRPr lang="en-TR" dirty="0"/>
          </a:p>
          <a:p>
            <a:endParaRPr lang="en-T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7E519-F380-0C1B-D501-3C1F42105BFE}"/>
              </a:ext>
            </a:extLst>
          </p:cNvPr>
          <p:cNvSpPr txBox="1"/>
          <p:nvPr/>
        </p:nvSpPr>
        <p:spPr>
          <a:xfrm>
            <a:off x="3586480" y="476051"/>
            <a:ext cx="46054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3200" dirty="0"/>
              <a:t>Simple Transaction Code</a:t>
            </a:r>
          </a:p>
        </p:txBody>
      </p:sp>
    </p:spTree>
    <p:extLst>
      <p:ext uri="{BB962C8B-B14F-4D97-AF65-F5344CB8AC3E}">
        <p14:creationId xmlns:p14="http://schemas.microsoft.com/office/powerpoint/2010/main" val="2564267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076FF9-6E6D-B07D-06A7-A4A595E1F957}"/>
              </a:ext>
            </a:extLst>
          </p:cNvPr>
          <p:cNvSpPr/>
          <p:nvPr/>
        </p:nvSpPr>
        <p:spPr>
          <a:xfrm>
            <a:off x="532226" y="5325744"/>
            <a:ext cx="3454439" cy="701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File System (NTFS)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7C4F0-1A4A-E9B6-C87F-6894755D5FDF}"/>
              </a:ext>
            </a:extLst>
          </p:cNvPr>
          <p:cNvSpPr/>
          <p:nvPr/>
        </p:nvSpPr>
        <p:spPr>
          <a:xfrm>
            <a:off x="532227" y="4624564"/>
            <a:ext cx="3454439" cy="7011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Operating 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7A766F-C687-7C1F-B883-EB8C892CFD71}"/>
              </a:ext>
            </a:extLst>
          </p:cNvPr>
          <p:cNvSpPr/>
          <p:nvPr/>
        </p:nvSpPr>
        <p:spPr>
          <a:xfrm>
            <a:off x="450031" y="2845791"/>
            <a:ext cx="11187457" cy="70118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HDFS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79EC24-1816-F1AD-DBAA-5032874E5D7B}"/>
              </a:ext>
            </a:extLst>
          </p:cNvPr>
          <p:cNvSpPr/>
          <p:nvPr/>
        </p:nvSpPr>
        <p:spPr>
          <a:xfrm>
            <a:off x="532227" y="3897561"/>
            <a:ext cx="3454439" cy="7011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J</a:t>
            </a:r>
            <a:r>
              <a:rPr lang="en-US" dirty="0"/>
              <a:t>a</a:t>
            </a:r>
            <a:r>
              <a:rPr lang="en-TR" dirty="0"/>
              <a:t>va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48540F-DACF-4968-2480-1EE19373BEBD}"/>
              </a:ext>
            </a:extLst>
          </p:cNvPr>
          <p:cNvSpPr/>
          <p:nvPr/>
        </p:nvSpPr>
        <p:spPr>
          <a:xfrm>
            <a:off x="4547710" y="5325744"/>
            <a:ext cx="3454439" cy="701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File System (NTFS)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DB5625-7BC5-08AA-2E26-71B2D07E95EB}"/>
              </a:ext>
            </a:extLst>
          </p:cNvPr>
          <p:cNvSpPr/>
          <p:nvPr/>
        </p:nvSpPr>
        <p:spPr>
          <a:xfrm>
            <a:off x="4547711" y="4624564"/>
            <a:ext cx="3454439" cy="7011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Operating System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C40600-901B-F139-F804-51809ABE084D}"/>
              </a:ext>
            </a:extLst>
          </p:cNvPr>
          <p:cNvSpPr/>
          <p:nvPr/>
        </p:nvSpPr>
        <p:spPr>
          <a:xfrm>
            <a:off x="4547711" y="3897561"/>
            <a:ext cx="3454439" cy="7011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J</a:t>
            </a:r>
            <a:r>
              <a:rPr lang="en-US" dirty="0"/>
              <a:t>a</a:t>
            </a:r>
            <a:r>
              <a:rPr lang="en-TR" dirty="0"/>
              <a:t>va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A37D8C-A4A3-38AE-034A-4FC4C40813A0}"/>
              </a:ext>
            </a:extLst>
          </p:cNvPr>
          <p:cNvSpPr/>
          <p:nvPr/>
        </p:nvSpPr>
        <p:spPr>
          <a:xfrm>
            <a:off x="8183050" y="5325744"/>
            <a:ext cx="3454439" cy="701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File System (NTFS)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9C610F-FB08-0473-BE4A-3061FA3605DB}"/>
              </a:ext>
            </a:extLst>
          </p:cNvPr>
          <p:cNvSpPr/>
          <p:nvPr/>
        </p:nvSpPr>
        <p:spPr>
          <a:xfrm>
            <a:off x="8183051" y="4624564"/>
            <a:ext cx="3454439" cy="7011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Operating System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320DAF-E11E-5793-B6AB-3866474B4B3A}"/>
              </a:ext>
            </a:extLst>
          </p:cNvPr>
          <p:cNvSpPr/>
          <p:nvPr/>
        </p:nvSpPr>
        <p:spPr>
          <a:xfrm>
            <a:off x="8183051" y="3897561"/>
            <a:ext cx="3454439" cy="7011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J</a:t>
            </a:r>
            <a:r>
              <a:rPr lang="en-US" dirty="0"/>
              <a:t>a</a:t>
            </a:r>
            <a:r>
              <a:rPr lang="en-TR" dirty="0"/>
              <a:t>va </a:t>
            </a:r>
          </a:p>
        </p:txBody>
      </p:sp>
    </p:spTree>
    <p:extLst>
      <p:ext uri="{BB962C8B-B14F-4D97-AF65-F5344CB8AC3E}">
        <p14:creationId xmlns:p14="http://schemas.microsoft.com/office/powerpoint/2010/main" val="761802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104</Words>
  <Application>Microsoft Macintosh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Ahmet Demirelli</dc:creator>
  <cp:lastModifiedBy>Ahmet Demirelli</cp:lastModifiedBy>
  <cp:revision>6</cp:revision>
  <dcterms:created xsi:type="dcterms:W3CDTF">2025-02-05T14:13:37Z</dcterms:created>
  <dcterms:modified xsi:type="dcterms:W3CDTF">2025-02-19T13:51:52Z</dcterms:modified>
</cp:coreProperties>
</file>