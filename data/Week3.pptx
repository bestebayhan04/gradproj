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93"/>
    <p:restoredTop sz="94692"/>
  </p:normalViewPr>
  <p:slideViewPr>
    <p:cSldViewPr snapToGrid="0">
      <p:cViewPr varScale="1">
        <p:scale>
          <a:sx n="114" d="100"/>
          <a:sy n="114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30.36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1 24575,'-5'37'0,"3"-7"0,20-3 0,4 8-3277,7 5 0,8 9 404,-4 2 2873,15 19 1466,-10-2-1466,-12-21 0,2 2 0,20 39 0,-20-39 0,1 1 0,-5-1 0,1-1 0,19 26 0,-5 13 0,3-22 0,-2 17 0,2-15 0,-6 4-7,12 11 7,-14-13 0,14 19 0,-24-31 0,9 1 0,-11-11 0,4-5 3276,-7-8-354,0-1-1761,-1-6-1161,0 0 598,0 0-598,-1-5 11,1 4-11,-2-9 0,1 8 0,6-1 0,-4 3 0,8-3 0,-2 4 0,2-9-3277,3 10 0,3-9 2322,4 10 955,6-2 0,10 9 0,2 3 0,5 9 0,14 8 0,-1-1 0,-18-9 0,-13-12 0,-1-2 0,-3-1 0,5 0 0,-13-7 3276,12 7-128,-13-12-2063,12 5-1085,-13-7 0,5 1 0,0 0 0,-5-5 0,0 3 0,-3-7 0,-7 1 0,2-2 0,-4-1 0,-4-4 0,3 0 0,-7-4 0,6 3 0,-6-2 0,3 2 0,0-3 0,-3 4 0,3-4 0,-1 7 0,-2-6 0,3 2 0,-4 0 0,0-2 0,0 5 0,0-5 0,-3 5 0,-1-19 0,-3 12 0,0-13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31.9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0 342 24575,'31'0'0,"9"0"0,25 0 0,11 0 0,16 0 0,-42 0 0,2 0 0,6 0 0,-2 0 0,28 0 0,-30 0 0,-2 0 0,9 0 0,20 0-3277,-16-4 0,-2-3 674,-15-8 2603,-1 8-199,-7-11 199,7 6 0,-5-4 0,5-4 3276,0 4-1041,1-1 1041,8 1-3067,-1 0 151,8 3-360,-6-3 0,14-1 0,-14 4 0,14 1 0,-14 2 0,6 9 0,0-9 0,-6 3 0,6 1 0,-14-4 0,-3 9 0,-6-8 0,-5 4 0,-3 0 0,-5-3 0,-5 7 0,-1-7 0,-9 7 0,3-2 0,-8 3 0,4-4 0,0 4 0,-3-3 0,3-1 0,-4 4 0,4-3 0,-4-1 0,4 4 0,-4-3 0,0 3 0,0 0 0,0 0 0,0 0 0,0 0 0,0 0 0,-4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1063 24575,'51'-28'0,"-9"5"-3277,19-10 2538,-5 4 739,12-13 1187,-9 11-1187,15-19 0,-15 19 0,9-11 0,-5 7 0,-8 2 668,-6 6-668,-8 2 0,-8 6 0,-6 1 2113,-5 4-2113,3-3 48,-8 8-48,4-3 0,-9 4 0,3 0 0,-3 1 0,-1-1 0,4 4 0,-3-6 0,4 4 0,5-6 0,1 4 0,4-5 0,1 3 0,6-8 0,-4 3 0,9-4 0,-2-6 0,-1 4 0,7-11 0,-13 13 0,13-13 0,-11 7 0,4-1 0,-7 2 0,-1 6 0,0 0 0,-5 1 0,4 3 0,-9 3 0,3 2 0,-4 1 0,3 1 0,-2-1 0,-3 1 0,1 2 0,-3-1 0,0 5 0,3-3 0,-3 1 0,3-2 0,1 1 0,0-3 0,0 6 0,0-6 0,-1 2 0,1 1 0,-4-3 0,3 6 0,-3-5 0,-1 5 0,0-3 0,-4 1 0,0 2 0,0-2 0,0 3 0,0 0 0,0 0 0,-4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36.56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1641 24575,'29'-24'0,"-4"-1"0,4-2 0,-6 8 0,7-9 0,-1 7 0,1-9 0,0 0 0,-1 5 0,0-4 0,-1 10 0,-4-8 0,2 8 0,-2-9 0,3 9 0,-2-9 0,1 9 0,-2-8 0,5 2 0,-1 0 0,2-3 0,-1 3 0,1-5 0,0 0 0,-2 5 0,8-5 0,-5 4 0,5-5 0,-12 7 0,3 1 0,-9 2 0,3 3 0,-4-3 0,-2 5 0,1 0 0,0 0 0,-4 4 0,3-3 0,-4 3 0,5-3 0,0-1 0,1-5 0,-1 4 0,1-9 0,6 2 0,3-11 0,-1 5 0,5-6 0,-5 7 0,5-1 0,0 0 0,-6 1 0,5-1 0,-11 8 0,5 0 0,20-16 0,-23 17 0,29-19 0,-35 27 0,4 0 0,-8 5 0,1 1 0,-3 0 0,3-1 0,0 1 0,-3 3 0,3-3 0,-1 3 0,-2 0 0,3-3 0,-4 3 0,0 0 0,4-2 0,-3 5 0,3-6 0,-5 6 0,1-5 0,0 5 0,0-5 0,0 5 0,0-2 0,0 0 0,4 2 0,-4-2 0,4 3 0,-4-3 0,0 2 0,0-2 0,4 3 0,0-3 0,4 2 0,-4-5 0,0 5 0,0-5 0,1 5 0,0-6 0,2 6 0,-2-5 0,4 5 0,-4-6 0,3 6 0,-4-5 0,1 5 0,3-6 0,-7 6 0,3-3 0,-4 1 0,0 2 0,-1-2 0,1 3 0,0-3 0,0 2 0,-3-2 0,-1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38.9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4619 24575,'0'-23'0,"0"-3"0,0 4 0,0-5 0,0 0 0,0-6 0,0-16 0,0-1 0,0-14 0,0-7 0,13-15 0,-3 30 0,3-3-655,5-3 1,2-3 654,3-3 0,0-1 0,-3-5 0,0-1-858,3-1 0,0 0 858,-4 2 0,2-4 0,-1 9 0,2-5 0,-3 6 0,-1 5 0,-2 2 0,9-27 0,-2 4-343,-3 0 343,0 1 0,3 1 0,-10 17 0,4 9 0,-6 2 1169,-1 12-1169,0-5 1797,1 0-1797,-1 5 402,1-11-402,-1 4 0,2-6 0,-1-8 0,0 5 0,1-13 0,-1 14 0,6-31 0,-1 34 0,0-18 0,3 32 0,-8 0 0,8 0 0,-3-1 0,4 1 0,2-15 0,-3 17 0,4-21 0,2 16 0,-1-13 0,7 6 0,-8 2 0,9 0 0,-5 4 0,-1 2 0,5 6 0,-12 9 0,17-10 0,-16 13 0,15-12 0,-18 19 0,11-6 0,-11 6 0,8 0 0,-1-6 0,3 4 0,3-10 0,-2 4 0,2-5 0,-1 5 0,1-4 0,-2 5 0,3-7 0,-1 1 0,0 0 0,-7 6 0,0 2 0,-8 6 0,6-1 0,-4 1 0,4-1-3277,0 0 0,-4 1 3047,8-1 230,-3 0 0,0 0 0,4-1 0,-4 5 0,5-4 3276,-5 7 0,3-7-3044,-8 8-232,4-3 0,-5 4 0,0 0 0,3 0 0,-7 0 0,6 4 0,-10-2 0,3 5 0,-4-5 0,-1 5 0,1-2 0,0 0 0,0 2 0,0-2 0,0 3 0,0 0 0,-1-3 0,1 2 0,0-2 0,0 3 0,0 0 0,-1 0 0,1 0 0,0-3 0,0 2 0,-1-2 0,1 3 0,-1 0 0,-3 5 0,-10 3 0,4-1 0,-7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50.2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24575,'50'4'0,"0"-2"-3277,6-2 0,-14 0 1328,18 0 1949,13 0 0,2 0 0,8 0 0,6 0 0,-9 0 0,-46 0 1719,12 0-1719,-31 0 0,1 0 0,0 0 3276,-4 0 0,-1 0-3044,-4 0-232,-1 0 0,1 0 0,0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51.3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 1 24575,'24'0'0,"1"0"0,-3 0 0,-1 0 0,-5 0 0,12 17 0,-16-10 0,8 18 0,-20-17 0,0 7 0,0-4 0,-4 5 0,0 0 0,-8 0 0,3 5 0,-6-4 0,5 8 0,-2-8 0,4 9 0,-1-9 0,0 9 0,-3-4 0,2 5 0,-3-5 0,5-2 0,3 1 0,-2-4 0,3 4 0,-4-5 0,3-1 0,-2 1 0,6-4 0,-6 3 0,6-7 0,-5 3 0,5-5 0,-2 1 0,0 0 0,2 0 0,-5-3 0,2-1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52.6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0 480 24575,'0'-15'0,"7"-2"0,-2 9 0,10-7 0,2 2 0,0-3 0,16-9 0,-8 1 0,10-2 0,1-9 0,-12 15 0,17-17 0,-14 7 0,4-2 0,-1-4 0,-10 9 0,2 3 0,-5 3 0,-1 6 0,-4 3 0,-2 1 0,-3 7 0,0-2 0,0 2 0,-1 0 0,0 1 0,-2 3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53.8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24575,'28'0'0,"2"0"0,-3 0 0,2 0 0,9 0 0,-14 0 0,7 0 0,-14 0 0,4 0 0,-9 0 0,-1 0 0,0 0 0,-3 0 0,2 0 0,-3 0 0,0 0 0,0 0 0,0 0 0,0 3 0,0 1 0,0 3 0,0 0 0,-1 0 0,1 0 0,-3 0 0,2-1 0,-5 1 0,2 0 0,-3 0 0,0 0 0,0 0 0,0 0 0,0 4 0,0 0 0,0 5 0,-3 0 0,-6 5 0,0-4 0,-4 9 0,0-4 0,3 0 0,-2 3 0,3-3 0,0 5 0,4-5 0,-3 4 0,3-9 0,1 4 0,-4-6 0,8 1 0,-8 0 0,8-4 0,-7-1 0,6-4 0,-5-4 0,3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55.6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1760 24575,'43'-34'0,"20"-17"-855,-19 17 0,3-1 855,6-7 0,4-3 0,15-13 0,-2 0 0,-23 20 0,-2 0 0,16-14 0,-1-2 0,-17 9 0,-1-1 0,13-5 0,-1-1 0,-19 12 0,-2 1 0,36-32 0,-39 32 0,18-15 553,-22 18-553,-9 10 283,-6 6-283,-7 12 0,0-3 0,3 7 0,-7-2 0,6 5 874,1-8-874,1 5 0,1-6 0,-6 4 0,3 2 0,-2-1 0,2 1 0,0-2 0,-2-1 0,2 1 0,-2-5 0,3-1 0,1-4 0,4 0 0,-3-11 0,8 4 0,2-12 0,2 2 0,2 3 0,-4-3 0,-5 6 0,2 5 0,-6-4 0,5 13 0,-6-7 0,2 11 0,-3-5 0,-1 6 0,-3-3 0,2 4 0,-5 0 0,5 0 0,-2 0 0,-1 0 0,4-4 0,-3 3 0,0-7 0,3 3 0,-3-4 0,4 0 0,0 0 0,-4 0 0,3 4 0,-6-3 0,5 8 0,-5-4 0,2 4 0,-3 0 0,0 0 0,0 0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1:59:56.8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65 24575,'26'0'0,"-5"0"0,5 0 0,-13 0 0,12 0 0,-12 0 0,7 0 0,1 0 0,-8-3 0,7 2 0,-8-9 0,4 8 0,-5-8 0,0 6 0,-4 0 0,0-2 0,0 5 0,0-5 0,0 5 0,0-5 0,-1 5 0,1-2 0,0 0 0,0 2 0,0-2 0,-3 6 0,-1 8 0,-3 1 0,0 7 0,-4-4 0,-1 6 0,1 1 0,-4 5 0,3 0 0,-5 6 0,5-5 0,1 11 0,0-11 0,3 5 0,-3-6 0,4 0 0,0-5 0,0-1 0,0-6 0,0 1 0,0-4 0,0 3 0,0-7 0,0 3 0,0-5 0,0 1 0,2-3 0,2-1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2:09:42.2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1905 24575,'35'-15'0,"7"1"0,-3-16 0,24-7 0,-9 1-3277,16-12 0,4 3 1328,-3-6 3486,8-2-1537,-17 15 0,12-11 0,-20 12 0,12-6 0,-6-4 0,-9 12 0,0-5 0,-6 7 0,-1-1 0,0 1 0,-1 6 3276,0-5 0,-2 10-2862,3-10-414,-4 11 0,2-5 0,-2 5 0,0 1 0,1 0 0,-1 0 0,0 0 0,7-1 0,-6 0 0,6 5 0,-7-3 0,0 8 0,0-4 0,1 0 0,-1 4 0,6-4 0,3 4 0,14-6 0,2 4 0,16-5 0,-6 1 0,15 2 0,-30-2-327,-7 7 0,1 0 327,30-4 0,-28 3 0,2 1 0,-2-1 0,-1 1 0,-3-1 0,1 0 0,8 0 0,2 0-544,0-4 0,1 2 544,4 4 0,1 1 0,0-6 0,-1-1 0,1 3 0,0 0-735,5 0 1,1 0 734,-7-2 0,4-1 0,3 2 0,6-1 0,-4 1 0,2 0 0,0-1-770,-3-1 1,5-1-1,-5 1 770,1 2 0,-2 1 0,12 0 0,1-2 0,1-2 0,1 0 0,-23 7 0,2-1 0,0 1 0,0 0 0,0 0 0,1 0 0,3-3 0,1-1 0,0 3 0,-4 2 0,-1 2 0,0 0 0,-1-3 0,0 0 0,0 0 0,0 3 0,1 0 0,-1 1 0,29-5 0,0 2 0,-29 4 0,1 1 0,-1 0 0,23-5 0,-4 1 0,-18 6 0,-2 0-1639,5-3 1,-3 1 290,30 3-164,-42 0 1,0 0 1511,36 0-2006,-11 0 2006,-10 0 819,26 0-819,-13 9 0,1 2 0,-30-7 0,1 2 0,18 11 0,9 5 0,-11 0 0,-21-6 0,-4 1 1351,26 12 1,-2 2-1352,19 8 0,-10-1 3276,-20-9-2179,9 6-1097,-14-7 3276,1 6-14,6 0-3262,-8-5 0,-4 3 741,-4-10-741,2 10 0,-8-11 0,8 11 0,-8-10 0,1 4 0,-2-6 0,-6-1 0,5 0 0,-11 0 0,5 0 0,-6-2 0,0 1 0,-5-1 0,3-3 0,-8 1 0,4-2 0,-5-1 0,0 3 0,-1-3 0,1 4 0,-3 0 0,1 0 0,-4 4 0,5-3 0,-6 4 0,2-5 0,-3 0 0,1 4 0,-1-2 0,0 2 0,-1-8 0,1 3 0,0-3 0,-1 0 0,-3-2 0,-1 1 0,0-3 0,-2 3 0,5-4 0,-5 0 0,2 0 0,-3 0 0,0-1 0,0 1 0,0 0 0,0 0 0,3-3 0,0-18 0,5-9 0,-4 2 0,0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2:09:44.1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382 0 24575,'0'24'0,"0"-5"0,8 7 0,-2-4 0,12 11 0,-5-10 0,6 9 0,-7-15 0,1 9 0,-5-9 0,0 3 0,0-8 0,0 3 0,-1-7 0,-3 7 0,2-7 0,-5 5 0,2-5 0,0 2 0,-2 1 0,2-3 0,0 3 0,-2-1 0,2-2 0,0 7 0,-2-3 0,6 0 0,-7 3 0,7-4 0,-6 5 0,5-4 0,-5 3 0,2-7 0,0 3 0,-2-4 0,2-1 0,-3 1 0,0 0 0,0 0 0,0 0 0,0 0 0,0-1 0,-5-2 0,-4-1 0,-5-3 0,-2 0 0,-5 0 0,-1 0 0,-5 0 0,0 0 0,0 0 0,0 0 0,5 0 0,-4 0 0,4 0 0,0 0 0,-4 4 0,9 1 0,-9 3 0,9 0 0,-4 1 0,5-5 0,-5 4 0,4-4 0,-4 4 0,5 0 0,5 0 0,-4 0 0,7-1 0,-7 0 0,7-3 0,-3 3 0,4-4 0,0 1 0,3 2 0,1-3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2:09:49.7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2986 1 24575,'-53'0'0,"-18"0"0,4 5 0,-6 15 0,-7 5-1639,10-4 1,-3 5 1104,4 4 0,-4 5 1,-1 0 533,3-1 0,-1 1 0,4 0 0,-15 9 0,-1 1 0,12-3 0,-3 2 0,2-2-704,12-11 1,1-2-1,0 3 704,-10 10 0,-1 3 0,0-1 0,2-5 0,0-2 0,5 0-327,-5 9 0,2 0 327,-5-1 0,4-4-250,20-12 0,3-1 250,-6 5 0,1-2 0,-28 15 0,13-4 0,20-11 0,-2 2 1585,21-9-1585,-9 6 0,18-12 0,-6 9 0,7-10 0,-1 3 0,4-4 0,-2 0 0,6 5 0,-3-4 0,4 4 0,0-6 0,0 1 0,0 5 2697,-1-4-2697,-3 4 2767,3-1-2767,-2-3 787,2 4-787,-3 0 307,3-4-307,-8 9 0,7-9 0,-5 3 0,6-4 0,-2-4 0,3 3 0,4-7 0,-3 3 0,3-5 0,0 1 0,1 0 0,3 0 0,-3 0 0,3-1 0,-3-2 0,3-2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2:09:50.9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24575,'0'25'0,"0"1"0,0-4 0,0 4 0,0-9 0,0 9 0,0-9 0,0 8 0,0-3 0,0 5 0,0 0 0,0 0 0,0 6 0,0 1 0,0 6 0,0 0 0,0-6 0,0 5 0,0-11 0,0 25 0,0-21 0,0 12 0,0-27 0,0-4 0,0-6 0,2-3 0,6-5 0,8-4 0,1-6 0,9-3 0,2-4 0,0 0 0,11 2 0,-11-1 0,18 1 0,-10 1 0,11-5 0,-7 4 0,0 1 0,7 0 0,-11 1 0,9 2 0,-17-1 0,5 4 0,-6 0 0,-5 4 0,-1-3 0,-9 7 0,-2-2 0,-3 3 0,0 0 0,0 0 0,-3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2:58:57.4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363 0 24575,'0'38'0,"0"10"0,0-6 0,0 30 0,0-5 0,0 14 0,0-8 0,0 8 0,0 2 0,0-33 0,0 1 0,0 0 0,0 2 0,0 3 0,0 1 0,0 0 0,0 0 0,0 5 0,0 0 0,0-3 0,0-2 0,0 42 0,0-45 0,0-1 0,0 25 0,0-27 0,0 0 0,0 32 0,0-2 0,0-8 0,0 0 0,0 0 0,-6 17 0,-1-12 0,1-28 0,-2-1-3277,-3 12 0,-1 16 0,0-18 1787,0 13 1490,0-7 0,1-2 0,0-8 0,0-6 3276,-4-2-2015,4-7 2015,-4 0 0,5 0-3044,0 0-232,0 0 0,-1 7 0,-3-5 0,2 4 0,-3 1 0,5-5 0,-1 5 0,1-7 0,0 7 0,-1-5 0,0 11 0,6-11 0,-5 5 0,4-7 0,-4 0 0,5 0 0,0-6 0,-2 42 0,5-47 0,-6 33 0,8-54 0,0 2 0,0-4 0,0 0 0,0 1 0,0-31 0,0 20 0,0-22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2:58:58.9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90 24575,'0'24'0,"0"-8"0,0 4 0,0-8 0,0-1 0,0 0 0,0-4 0,0 0 0,0 0 0,0 0 0,0 0 0,0 0 0,0-1 0,0 5 0,0-3 0,0 7 0,3-3 0,1-3 0,1 1 0,1-7 0,-3 4 0,4 0 0,0-3 0,0-1 0,0-3 0,-1 0 0,1 0 0,-1 0 0,5 0 0,7-13 0,17-1 0,9-16 0,11 2 0,-6 0 0,5-4 0,2 9 0,1-10 0,6 9 0,-14-2 0,-3 9 0,-16 4 0,-4 4 0,-10 1 0,-4 0 0,-1 4 0,-4 1 0,-4 0 0,4 2 0,-4-2 0,3 3 0,1 0 0,-1 0 0,0 0 0,1 0 0,-1 0 0,0 0 0,1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2:59:39.8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416 4697 24575,'-7'-51'0,"1"0"0,2-3 0,-3-1 0,-8-2 0,-2-3-1421,3-17 1,1-2 1420,-5-1 0,-2-1 0,-1-9 0,1-2 0,1-5 0,1 5 0,5 29 0,1 3 0,-3-7 0,3 2 0,2-30 0,-15-1 0,20 46 0,1 1 0,-13-35 0,10 1 0,1 32 0,-1 2 0,-5-14-86,0-24 86,0 28 0,6-14 0,-5 8 0,5-5 0,-1 12 0,2-31 0,-1 20 0,5-22 0,-4 9-3277,5-1 1201,0-10 918,0 42 1,0 0 1157,0-43-152,2-5 1,1-2 151,0 47 0,1 0-99,2-20 1,2-10 0,0 13 98,6-14 1638,-4 27 0,2 2-510,4-7 2078,1 7-3206,10 1 1887,-4 6-1887,2 3 1406,0 10-1406,2-5 290,3 9-290,2-4 0,-4 11 0,1 1 0,-1 1 0,5 3 0,-2-9 0,24-12 0,-22 13 0,17-16 0,-15 18 0,-4-5 0,6 0 0,-9 6 0,8-5 0,-5 5 0,4-1 0,-7 2 0,-6 7 0,4 3 0,-9-1 0,3 6 0,-4-3 0,-4 8 0,3-3 0,-7 6 0,6-3 0,-6 4 0,3 0 0,-4 0 0,0 0 0,0 0 0,0 0 0,0 0 0,-4-2 0,0-2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6T12:59:41.0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7 24575,'30'0'0,"5"0"0,-6 0 0,9 0 0,3 0 0,1 0 0,12 0 0,-13 0 0,13 0 0,-12 0 0,4 0 0,-11 0 0,3 0 0,-14 0 0,7 0 0,-18 0 0,7 0 0,-12 0 0,3 0 0,-4 0 0,-3-7 0,-18 16 0,6-6 0,-18 21 0,17-2 0,-8 5 0,7 0 0,-3 0 0,3 6 0,0 8 0,0 0 0,-1 13 0,5-12 0,-4 11 0,9-11 0,-4 5 0,5-7 0,0 0 0,0-11 0,0 3 0,0-19 0,0 7 0,0-12 0,0 2 0,0-3 0,0 0 0,0 0 0,0 0 0,0-3 0,0-1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6:39.5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312 1 24575,'66'0'0,"19"0"0,-29 6 0,4 3 0,6 5 0,1 5 0,3 5 0,-1 5 0,-3 5 0,-3 4 0,-11-4 0,-5 1 0,20 24 0,-33-14 0,-22-15 0,-7-4 0,-4-1 0,-1-2 0,0-3 0,0 0 0,-4-1 0,-5 3 0,-3 4 0,-4 1 0,1-1 0,-3-4 0,-5-2 0,-3-2 0,-5-2 0,-8-2 0,-11 1 0,-17 6 0,-19 13 0,36-11 0,-2 2 0,-5 4 0,0 0 0,1-1 0,0 0 0,6-4 0,3-3 0,-25 9 0,28-16 0,20-8 0,13-7 0,6-3 0,3-3 0,2-2 0,0 0 0,1 1 0,1 2 0,1 1 0,2 3 0,1 0 0,0 0 0,1 0 0,1 0 0,0 0 0,0 2 0,0 0 0,1 0 0,1 0 0,4 0 0,10 0 0,5 2 0,6 0 0,0 2 0,-6 2 0,-2 0 0,1 4 0,1 3 0,4 4 0,2 4 0,0 0 0,-1 3 0,-2 0 0,-2 1 0,-3 0 0,-2 0 0,-1 4 0,-2 1 0,-1 4 0,-5 0 0,-2 1 0,-5-1 0,-5-3 0,-3-1 0,-1-5 0,0-4 0,0-4 0,-3-4 0,-5-4 0,-6-4 0,-6-4 0,-7 0 0,-3-1 0,-4 0 0,1 0 0,2 0 0,2 0 0,7 0 0,0 0 0,-1 0 0,-4 0 0,-11 0 0,-11 0 0,-14 1 0,-6 4 0,5 3 0,11 2 0,18-2 0,15-3 0,16-3 0,34-2 0,14 1 0,32 3 0,20 12 0,-45-3 0,1 4 0,7 5 0,1 2 0,0 3 0,-1 1 0,-4 1 0,-1 0 0,-6-1 0,-4 0 0,20 20 0,-24-6 0,-18-8 0,-9-4 0,-6-2 0,-5-2 0,-2 1 0,0 2 0,0 6 0,0 5 0,0 0 0,-4 0 0,-1-8 0,-7-5 0,-5-5 0,-3 0 0,-3 3 0,-1 5 0,-2 3 0,-3 6 0,-9 7 0,-8 7 0,-6 3 0,-3-4 0,0-6 0,-2-7 0,-9 2 0,-15 2 0,35-18 0,-1-1 0,-3 0 0,0-1 0,2 0 0,1-2 0,-36 15 0,17-9 0,21-10 0,18-9 0,16-8 0,44-8 0,4-2 0,47-3 0,2 5 0,-36 5 0,2 2 0,4 0 0,0 4 0,-1 2 0,-1 4 0,-1 5 0,-1 4 0,-2 6 0,-2 4 0,-3 4 0,-2 3 0,-2 0 0,-2 0 0,26 31 0,-14-9 0,-14-12 0,-10-9 0,-8-8 0,-7-5 0,-6-3 0,-4-5 0,-1-2 0,-1-2 0,-1-2 0,-3 2 0,-4-1 0,-8 0 0,-4 0 0,-4 1 0,-6 3 0,-8 10 0,-13 10 0,-12 14 0,-9 11 0,33-27 0,-1 0 0,-38 30 0,7-11 0,10-14 0,15-12 0,8-9 0,7-5 0,5-4 0,4-5 0,4 2 0,5-2 0,6 0 0,2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6:42.9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126 0 24575,'73'27'0,"0"12"0,0 20 0,-8 6 0,-12-9 0,-13-8 0,-13-9 0,-6-5 0,-6-2 0,-4-4 0,-4 0 0,-4 1 0,-2 2 0,-1 7 0,0 5 0,0 3 0,0-2 0,0-7 0,-1-7 0,-4-7 0,-6-3 0,-6-2 0,-6 4 0,-2 6 0,-2 5 0,-2 6 0,-1 3 0,0 0 0,0 0 0,0-6 0,4-6 0,3-5 0,4-5 0,1-3 0,2-4 0,2-3 0,3 0 0,7-2 0,14-3 0,28 1 0,21 13 0,11 8 0,19 10 0,5 5 0,-27-9 0,2 1 0,-3 2 0,-3-1 0,-1 1 0,-7-1 0,-4 2 0,-7-2 0,13 19 0,-29-16 0,-17-11 0,-7-8 0,-4-2 0,0 0 0,-3 1 0,-7 7 0,-14 13 0,-19 20 0,-17 19 0,24-31 0,-3 1 0,-3 2 0,-1-1 0,1-3 0,0-1 0,2-7 0,0-2 0,-30 19 0,12-13 0,9-8 0,9-5 0,9-3 0,4-2 0,6-3 0,7-4 0,2-7 0,8-4 0,4-3 0,12-1 0,24-1 0,23 5 0,-8 9 0,4 5 0,4 6 0,-1 4 0,-4 4 0,-3 2 0,-7-2 0,-7-1 0,-1 10 0,-17-12 0,-11-8 0,-4-5 0,-4-3 0,0 1 0,0 0 0,0 3 0,0 3 0,0 5 0,-2 6 0,-4 3 0,-3-2 0,-3-5 0,0-3 0,0-2 0,-1-3 0,0 0 0,-3-3 0,-2 1 0,-3-1 0,-7 1 0,-3 4 0,-6 4 0,-5 7 0,-3 7 0,-2 1 0,-2 2 0,3-5 0,0-5 0,1-2 0,-3-3 0,-4-1 0,-1 1 0,1-3 0,6-2 0,6-1 0,8-4 0,7-4 0,8-4 0,8-5 0,4-4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7:20.0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6:27.8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652 1 24575,'0'33'0,"0"9"0,0 7 0,0 4 0,0-6 0,0 2 0,0 5 0,-3 5 0,-3 8 0,-6 3 0,-6-1 0,-4-3 0,-2-5 0,0-4 0,-2-1 0,1-6 0,0-4 0,0-7 0,1-7 0,1-6 0,1-6 0,-5-2 0,-2 3 0,-7 3 0,-7 4 0,-2 1 0,-3 1 0,5-4 0,7-4 0,9-7 0,10-7 0,6-6 0,5-4 0,3-4 0,2 0 0,1-1 0,0 1 0,2-2 0,-2 4 0,2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6:29.3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301 1 24575,'0'36'0,"-2"3"0,-8-3 0,-7 0 0,-8 2 0,0-3 0,5-5 0,3-5 0,6-8 0,0 0 0,0 0 0,0 2 0,-2 4 0,-3 6 0,-1 6 0,-3 5 0,-3 2 0,3-3 0,2-7 0,7-11 0,8-10 0,14-10 0,18-9 0,20-7 0,34-1 0,-33 9 0,1 1 0,46-1 0,-16 4 0,-32 3 0,-20 0 0,-13 0 0,-7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7:37.7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18898 3792 24575,'-85'-6'0,"0"1"0,13-6 0,-7-2 0,-5-4 0,-7-2 0,6 1 0,-6-3 0,-5-2 0,-3-1 0,-3-1 0,-2-1-365,20 5 1,-3-1 0,-2-1 0,-1-1 0,-2 0 0,-1 0 0,0 0 0,-1-1 0,1 0 36,6 2 0,-1 0 0,0-1 1,-1 0-1,0 0 0,-1 0 1,1 0-1,-1 0 0,0-1 1,-1 1-1,-2-1 0,-1 0 0,0 0 1,-1-1-1,0 1 0,0 0 1,0 0-1,1-1 0,1 1 1,1 1 42,-5-2 0,0 0 0,1 0 0,1 1 0,0-1 0,1 1 1,0-1-1,0 0 0,2 1 285,4 0 0,0 1 0,2-1 0,-1 1 0,1 0 0,1-1 0,0 0 0,-1 0 0,1-1 0,-9-2 0,-1-2 0,1 0 0,0 0 0,0 0 0,1 0 0,2 1 0,0-1 0,-4-1 0,2 1 0,1-1 0,1 0 0,0 1 0,0 0 0,1 0 0,2 0 0,1 1 0,0-1 0,0 1 0,1 0 0,1 0 0,1 1 91,-9-2 1,2 0-1,0 0 1,2 1-1,0 1 1,0 1-92,7 2 0,1 1 0,0 1 0,1 1 0,0 0 0,1 0 0,-11-2 0,0 1 0,2 1 0,0 0 0,1 1-196,4 3 1,1 0-1,0 2 1,1-1-1,0 2 196,-18-4 0,0 2 0,1 0 0,0 0 0,2 1 0,0 0 0,1 0 0,0 1 0,2 0 0,0 1 0,0 0 0,0 0 0,1-1 0,-1 0 0,1 0 0,0 0 0,2 0 0,1-1 0,0 1 0,0 0 0,2-1 0,-1 1 0,1 0 0,-1-1 0,-2 0 0,0 0 0,0 0 0,-1-1 0,-2 1 0,0-1 0,0 1 0,-1 0 0,15 2 0,0 1 0,-1-1 0,0 1 0,0-1 0,-1 1 0,-1-1 0,0 0 0,0 1 0,0-1 0,0 1 0,0-1 0,-1 0 0,1 0 0,-2 1 0,-2 0 0,0 0 0,-1 0 0,0 0 0,0 1 444,-3-1 0,1 0 0,-1 0 0,0 0 1,-1 1-445,-1 0 0,0 0 0,-1 0 0,0 0 0,1 0 0,-1 0 0,1 1 0,-1-1 0,1 0 0,0 1 0,4-1 0,0 0 0,0 1 0,2-1 0,-1 1 0,4 1 0,1 0 0,0-1 0,0 1 0,1 0 544,-17-2 0,0 0 0,1-1 0,1 1-544,8 2 0,1-1 0,1 1 0,0 0 0,4-1 0,0 2 0,1-1 0,2 0 503,-19-2 1,1 1-1,3 1-503,8 1 0,2 1 0,1 2 0,3 1 0,2 0 0,1 2 532,9 1 0,2 1 0,0 0-532,-27 1 0,2 0 1206,6 0 0,3 0-1206,9 0 0,3 0 881,11 0 1,3 0-882,-30 0 962,32 0-962,21 0 184,16 2-184,9 1 0,6 3 0,3 0 0,3-1 0,5-3 0,19 5 0,-16-6 0,10 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9:53.6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24575,'89'0'0,"4"0"0,-41 0 0,0 0 0,46 0 0,-8 4 0,-12 3 0,-11 7 0,-5 6 0,-4 1 0,-6 3 0,-5-1 0,-8-1 0,0-2 0,1-1 0,4 1 0,0 1 0,-3-1 0,-8-3 0,-9-5 0,-11-6 0,-6-3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9:53.6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11 24575,'23'0'0,"15"0"0,19 0 0,19 0 0,9 0 0,3 0 0,-4 0 0,-4 0 0,-10 0 0,-13 0 0,-12 0 0,-9 0 0,-6 0 0,-4 0 0,-3-2 0,0-1 0,-1 0 0,-11 1 0,-2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9:53.6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24575,'44'0'0,"6"0"0,22 0 0,4 0 0,-4 0 0,-8 0 0,-18 0 0,-10 0 0,-7 0 0,-6 0 0,-5 0 0,-3 0 0,-2 0 0,-4 0 0,-1 0 0,-1 0 0,1 0 0,2 0 0,3 0 0,3 0 0,3 0 0,4 0 0,1 0 0,0 0 0,-1 0 0,-5 0 0,-2 0 0,-8 0 0,-3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9:53.6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24575,'52'0'0,"9"0"0,8 0 0,-3 0 0,-14 0 0,-19 0 0,-13 0 0,-14 0 0,-1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9:53.6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24575,'18'18'0,"17"12"0,20 14 0,11 8 0,9 8 0,-13-9 0,-17-13 0,-17-12 0,-21-8 0,-11 5 0,-9 15 0,-24 45 0,13-28 0,-1 2 0,-2 5 0,0 1 0,0 0 0,3-2 0,7-12 0,1-3 0,-9 36 0,5-12 0,6-13 0,7-15 0,3-10 0,1-8 0,0-5 0,1-8 0,-1-3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0:01.4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24575,'89'0'0,"4"0"0,-41 0 0,0 0 0,46 0 0,-8 4 0,-12 3 0,-11 7 0,-5 6 0,-4 1 0,-6 3 0,-5-1 0,-8-1 0,0-2 0,1-1 0,4 1 0,0 1 0,-3-1 0,-8-3 0,-9-5 0,-11-6 0,-6-3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0:01.4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11 24575,'23'0'0,"15"0"0,19 0 0,19 0 0,9 0 0,3 0 0,-4 0 0,-4 0 0,-10 0 0,-13 0 0,-12 0 0,-9 0 0,-6 0 0,-4 0 0,-3-2 0,0-1 0,-1 0 0,-11 1 0,-2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0:01.4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24575,'44'0'0,"6"0"0,22 0 0,4 0 0,-4 0 0,-8 0 0,-18 0 0,-10 0 0,-7 0 0,-6 0 0,-5 0 0,-3 0 0,-2 0 0,-4 0 0,-1 0 0,-1 0 0,1 0 0,2 0 0,3 0 0,3 0 0,3 0 0,4 0 0,1 0 0,0 0 0,-1 0 0,-5 0 0,-2 0 0,-8 0 0,-3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0:01.4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24575,'52'0'0,"9"0"0,8 0 0,-3 0 0,-14 0 0,-19 0 0,-13 0 0,-14 0 0,-1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0:01.4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24575,'18'18'0,"17"12"0,20 14 0,11 8 0,9 8 0,-13-9 0,-17-13 0,-17-12 0,-21-8 0,-11 5 0,-9 15 0,-24 45 0,13-28 0,-1 2 0,-2 5 0,0 1 0,0 0 0,3-2 0,7-12 0,1-3 0,-9 36 0,5-12 0,6-13 0,7-15 0,3-10 0,1-8 0,0-5 0,1-8 0,-1-3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0:08.8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24575,'89'0'0,"4"0"0,-41 0 0,0 0 0,46 0 0,-8 4 0,-12 3 0,-11 7 0,-5 6 0,-4 1 0,-6 3 0,-5-1 0,-8-1 0,0-2 0,1-1 0,4 1 0,0 1 0,-3-1 0,-8-3 0,-9-5 0,-11-6 0,-6-3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0:08.8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11 24575,'23'0'0,"15"0"0,19 0 0,19 0 0,9 0 0,3 0 0,-4 0 0,-4 0 0,-10 0 0,-13 0 0,-12 0 0,-9 0 0,-6 0 0,-4 0 0,-3-2 0,0-1 0,-1 0 0,-11 1 0,-2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0:08.8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24575,'44'0'0,"6"0"0,22 0 0,4 0 0,-4 0 0,-8 0 0,-18 0 0,-10 0 0,-7 0 0,-6 0 0,-5 0 0,-3 0 0,-2 0 0,-4 0 0,-1 0 0,-1 0 0,1 0 0,2 0 0,3 0 0,3 0 0,3 0 0,4 0 0,1 0 0,0 0 0,-1 0 0,-5 0 0,-2 0 0,-8 0 0,-3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0:08.8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24575,'52'0'0,"9"0"0,8 0 0,-3 0 0,-14 0 0,-19 0 0,-13 0 0,-14 0 0,-1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0:08.8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24575,'18'18'0,"17"12"0,20 14 0,11 8 0,9 8 0,-13-9 0,-17-13 0,-17-12 0,-21-8 0,-11 5 0,-9 15 0,-24 45 0,13-28 0,-1 2 0,-2 5 0,0 1 0,0 0 0,3-2 0,7-12 0,1-3 0,-9 36 0,5-12 0,6-13 0,7-15 0,3-10 0,1-8 0,0-5 0,1-8 0,-1-3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1:16.0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1840 1 24575,'-84'0'0,"-10"0"0,34 0 0,-4 0 0,-7 0 0,-3 0 0,-5 0 0,-1 0 0,-1 0 0,0 0 0,7 0 0,3 0 0,9 0 0,2 1 0,9 1 0,1 3 0,-36 9 0,8 9 0,9 6 0,6 5 0,6 4 0,7 2 0,5 1 0,7 1 0,8 1 0,4 7 0,6 4 0,1 8 0,0 12 0,2 12 0,8-35 0,1 2 0,0 9 0,1 3 0,-1 7 0,1 2 0,0 5 0,1 0 0,0-1 0,0-1 0,2-3 0,0-1 0,2-7 0,0-2 0,1-3 0,0-1 0,1-2 0,0-2 0,0-3 0,0-1 0,0-1 0,2-1 0,6 49 0,14-2 0,-4-49 0,4-2 0,4 0 0,3-2 0,2-2 0,3-1 0,3-2 0,2-2 0,2-1 0,2-2 0,5-2 0,1-1 0,4-3 0,3-3 0,-1-2 0,2-3 0,4-3 0,3-3 0,8-3 0,2-5 0,4-2 0,2-4 0,8-8 0,1-5 0,0-6 0,-1-4 0,-3-4 0,-3-3 0,-3-3 0,-3-2 0,-8 1 0,-4-3 0,-5-3 0,-4-2 0,-4-4 0,-2-4 0,-4-3 0,-2-2 0,-2-3 0,-4-2 0,-3 0 0,-3-1 0,-4 3 0,-4-2 0,-1 0 0,-2-2 0,-3-4 0,-1-1 0,0-4 0,-1 0 0,1-2 0,-1 0 0,-1 8 0,-2 1 0,-2 10 0,-2 3 0,2-36 0,-7 7 0,-3-6 0,0-9 0,0 43 0,0 1 0,-6-41 0,-10 8 0,-16 15 0,-15 12 0,-9 6 0,-6 5 0,-3 5 0,-1 3 0,-4 4 0,0 4 0,2 4 0,2 5 0,7 3 0,5 5 0,4 5 0,7 5 0,4 3 0,8 0 0,2 0 0,2 0 0,-2 2 0,-6 0 0,1 1 0,3-1 0,5-1 0,9-1 0,7 0 0,5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9:31.9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24575,'89'0'0,"4"0"0,-41 0 0,0 0 0,46 0 0,-8 4 0,-12 3 0,-11 7 0,-5 6 0,-4 1 0,-6 3 0,-5-1 0,-8-1 0,0-2 0,1-1 0,4 1 0,0 1 0,-3-1 0,-8-3 0,-9-5 0,-11-6 0,-6-3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9:33.4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11 24575,'23'0'0,"15"0"0,19 0 0,19 0 0,9 0 0,3 0 0,-4 0 0,-4 0 0,-10 0 0,-13 0 0,-12 0 0,-9 0 0,-6 0 0,-4 0 0,-3-2 0,0-1 0,-1 0 0,-11 1 0,-2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9:35.2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24575,'44'0'0,"6"0"0,22 0 0,4 0 0,-4 0 0,-8 0 0,-18 0 0,-10 0 0,-7 0 0,-6 0 0,-5 0 0,-3 0 0,-2 0 0,-4 0 0,-1 0 0,-1 0 0,1 0 0,2 0 0,3 0 0,3 0 0,3 0 0,4 0 0,1 0 0,0 0 0,-1 0 0,-5 0 0,-2 0 0,-8 0 0,-3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9:36.2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24575,'52'0'0,"9"0"0,8 0 0,-3 0 0,-14 0 0,-19 0 0,-13 0 0,-14 0 0,-1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09:37.5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24575,'18'18'0,"17"12"0,20 14 0,11 8 0,9 8 0,-13-9 0,-17-13 0,-17-12 0,-21-8 0,-11 5 0,-9 15 0,-24 45 0,13-28 0,-1 2 0,-2 5 0,0 1 0,0 0 0,3-2 0,7-12 0,1-3 0,-9 36 0,5-12 0,6-13 0,7-15 0,3-10 0,1-8 0,0-5 0,1-8 0,-1-3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1:28.3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3054 422 24575,'-97'0'0,"47"0"0,-2 0 0,-10 0 0,-3 0 0,-4 0 0,-1 0 0,-12 0 0,-1 0 0,5 0 0,1 0 0,10 1 0,3 1 0,8 1 0,4 2 0,-28 7 0,1 5 0,-2 5 0,-3 1 0,-3 4 0,-1 2 0,3 4 0,3 3 0,2 6 0,1 4 0,38-20 0,-2 2 0,-2 4 0,-2 0 0,-4 5 0,-1 1 0,-4 4 0,0 1 0,0 2 0,0-1 0,4-1 0,2-1 0,7-4 0,2-1 0,-27 28 0,21-10 0,13-1 0,9 4 0,7 7 0,-2 12 0,-3 5 0,-1 6 0,-4 4 0,-2 0 0,14-41 0,0 0 0,-1 0 0,-1 0 0,2-2 0,0 0 0,-11 45 0,5-7 0,6-4 0,3 1 0,4-4 0,3-5 0,2-6 0,1-5 0,3-3 0,0-5 0,0 2 0,0-4 0,2 1 0,6-1 0,7-1 0,5-2 0,6-3 0,5-7 0,7-6 0,5-4 0,4-5 0,2 1 0,2-1 0,1 1 0,3 0 0,-1-4 0,6-2 0,3 1 0,3 0 0,10 4 0,11 1 0,-39-12 0,2 0 0,2 0 0,2 1 0,1 1 0,0 1 0,0-1 0,1 1 0,4 1 0,0-1 0,4 1 0,0 0 0,3-1 0,1 0 0,2-1 0,1 0 0,1-1 0,0-1 0,0 1 0,0-1 0,1 1 0,-1-1 0,-2 1 0,-1-1 0,-1-1 0,-1-2 0,2-1 0,0-1 0,2-1 0,0-1 0,1-1 0,1-1 0,0 0 0,-1 0 0,0-1 0,-2 1 0,-1-1 0,-1 0 0,-1-1 0,0 1 0,1 0 0,-1 1 0,0-1 0,1 1 0,0 0 0,0 0 0,1 2 0,0 0 0,2-1 0,2 1 0,2 0 0,2 0 0,13 1 0,4-1 0,-25-2 0,1 1 0,2-1-341,6 0 0,3 0 0,1 1 341,8 0 0,2 1 0,1 0 0,4 0 0,0 0 0,2 1-428,-20-1 0,0-1 0,1 1 0,1 1 428,4 0 0,1 0 0,0 0 0,1 1 0,2-1 0,0-1 0,0 1 0,1 0 0,4 0 0,0 0 0,2 0 0,0-1-435,-17-3 1,1 1 0,0-1 0,1-1 0,0 0 434,2 0 0,0-1 0,1 0 0,0-1 0,0 0 0,2 0 0,1 0 0,0-1 0,1 1 0,-1-2 0,2 1 0,1-1 0,-1 0 0,1 0 0,0-1 0,-1 1 0,0 0 0,1 0 0,-1 0 0,0 0 0,-1 0 0,0 0 0,0 0 0,-1 0 0,-1 0 0,14 0 0,-1 0 0,-1 0 0,-1 0-329,-6 0 0,-1 0 1,-1 0-1,0 0 329,-5 0 0,0 0 0,-2 0 0,0 0 0,16 0 0,-2 0 0,-1 0 70,-4 0 1,-1 0 0,-2 0-71,-10 0 0,-1 0 0,-1 0 0,-6 0 0,-1 0 0,0 0 0,2 1 0,0-1 0,1-1 0,1 0 0,1-1 0,0-2 0,2-2 0,1-2 0,-1-3 0,-1-1 0,0-2 0,-1-2 0,-2-3 0,0-3 0,-2-1 0,-3 0 0,-2-2 0,-2-2 670,26-12 1,-4-3-671,-4-2 0,-4-5 0,-5-7 0,-5-9 258,-23 8 0,-3-6 0,-4-8-258,-8-3 0,-3-7 0,-3-5 0,-2-4-381,-3 2 0,-2-5 1,-2-3-1,-2-3 0,-1-1 381,-2 5 0,-1-2 0,-1-2 0,-1-1 0,-2 0 0,0 1 0,-1-1 0,-1 0 0,-1 0 0,-1 1 0,-2 0 0,-1 3 0,-1 9 0,-1 0 0,-2 1 0,-1 2 0,-1 2 0,-2 1-154,-3-6 0,-1 2 1,-3 1-1,-1 4 0,-3 4 154,-4-3 0,-3 5 0,-3 2 0,0 4-101,-10-11 0,-3 4 0,-3 6 101,1 10 0,-3 4 0,-3 6 0,-27-8 0,-6 10 0,22 18 0,-3 4 0,-2 3 0,-9 4 0,-4 3 0,-1 3 48,-8 2 0,-3 2 0,-2 0-48,18 2 0,-1-1 0,-2 1 0,-1 0 350,-7-1 0,-2 0 0,-1 0 1,-1-1-351,-3 1 0,-1-1 0,-1 0 0,0 1 0,18 2 0,0 0 0,-1 0 0,0 0 0,0 1 0,-2 1 0,0 0 0,0 0 0,-1 1 0,0-1 0,1 1 0,-1 1 0,1-1 0,-1 1 0,0 0 0,-1 0 0,0 0 0,-1 1 0,1 0 0,0 0 0,0 1 0,0 1 0,0 1 0,0 0 0,0 1 0,1 0 0,0 2 0,0 0 0,1 1 0,-1 1 0,0 1 0,1 0 0,0 1 0,-1 1 0,0 0 0,0 1 0,0 0 0,-1 1 0,0-1 0,0 0-140,-1 0 0,0 0 1,-1 0-1,0-1 0,1 0 140,0 0 0,0-1 0,0 1 0,0-2 0,1 1 0,0 0 0,1-1 0,0 0 0,0 0 0,1 0 0,1-1 0,0 1 0,0-1 0,1-1 0,1 1 0,-17 0 0,0 1 0,2-1 0,0-1-187,6-1 1,0-1-1,2 0 1,1-1 186,6-1 0,1-1 0,1 0 0,1 0 0,-16 0 0,2 1 0,2-1 240,9 0 0,2-1 0,1 1-240,7 0 0,2 0 0,2 0 0,-22 3 0,4 0 864,8 0 1,3 0-865,3 2 0,1 1 1190,1 0 0,1 0-1190,0 0 0,1-1 757,0 0 1,0-2-758,0 0 0,0-2 213,2-1 0,0-1-213,0-1 0,0 0 0,6 0 0,2 0 0,3 0 0,2 0 0,-43 0 0,18 0 0,12 0 0,19 0 0,18-2 0,23-3 0,3 3 0,12-3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1:30.7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 24575,'84'0'0,"-1"0"0,1 0 0,4 0 0,6 0 0,4 0 0,5 0 0,-16 0 0,3 0 0,3 0 0,2 0 0,2 0 0,0 0-469,-5 0 1,2 0 0,1 0 0,1 0 0,1 0 0,-2 0 0,0 0-1,-3 0 1,1 0 0,-1-1 0,-1 1 0,1 0 0,-1 0 0,-1 1-1,-3 0 1,1 1 0,-1-1 0,-1 1 0,0 1 0,-1-1 0,-2 2 370,6 0 0,0 0 1,-2 1-1,-1 1 1,-1 0-1,-3 1 98,5 1 0,-2 1 0,-2 0 0,-1 2 0,-1 1 288,12 2 1,-1 3 0,-2 0-1,-5 0-288,8 4 0,-4 0 0,-3 1-62,-8-2 1,-3 0-1,-2 0 62,24 8 0,-6-1 1638,-14-4 0,-4 0-544,-7-1 1,0-2 55,1 1 1,1-1-1151,6 2 0,4-1 0,12 2 0,5 0 75,-23-5 1,3 0-1,2 0-75,11 4 0,3-1 0,3 1-477,-14-3 0,2 0 1,2 1-1,2 1 477,-9-1 0,1 1 0,2 0 0,2 1 0,1 0-547,-6-1 1,2 0 0,1 0 0,2 2 0,0-1 0,2 1 541,8 3 1,1 1 0,2 0-1,1 1 1,1 0 0,1 0-465,-7-1 1,0 0 0,1 0 0,1 1 0,1 0 0,0 0 0,-1 0 461,-8-3 0,0 1 0,1 0 0,0-1 0,-1 1 0,1 0 1,-2 0-1,0 0 7,8 3 0,-1 0 0,0 0 0,-1 0 0,-1 0 0,-1-1 0,-1 0-153,4 2 1,-1 0-1,-1 0 1,-1-1-1,-3-1 1,-3 0 152,2 1 0,-2 0 0,-3-2 0,-3 0 0,-4-1 378,22 8 1,-7-2 0,-5-2-379,11 4 0,-11-3 1280,-28-9 0,-8-3-1280,7 2 3276,-26-11-2336,-10-6 1856,-2-4-2796,8 0 205,27 0-205,36 0 0,-27 0 0,5 0 0,6 0 0,0 0 0,-6 0 0,-2 0 0,-10 0 0,-4 0 0,17 0 0,-31-1 0,-17-4 0,-12-8 0,-12-6 0,-7-6 0,-6-2 0,-4 3 0,6 4 0,3 6 0,7 7 0,4 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1:37.3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5040 914 24575,'-91'-1'0,"0"-1"0,-1 0 0,-3 1 0,-1-1 0,-6 1 0,21 1 0,-3 0 0,-3 0 0,-2 0 0,0 0-656,-5 0 1,-2 0-1,0 0 1,-1 0 0,-1 0 486,13 0 1,-1 0 0,-1 0 0,1 0 0,-1 0 0,2 0 168,-16 0 0,0 0 0,1 0 0,3 0 0,4 0 0,-2 0 0,4 0 0,4 0 0,4 0 376,-7 0 0,5 0 0,9 0-376,3 0 0,8 0 370,8 0 1,2 0-371,3 0 0,1 1 0,0 3 0,0 1 0,-2 2 0,-1 2 1125,-4 4 0,0 2-1125,-3 1 0,-1 1 83,-2 1 1,0 0-84,0 1 0,0-1 0,2 0 0,0 0 0,1 1 0,1 1 0,2 0 0,1 1 0,1 0 0,0 0 0,2 1 0,0 0 0,4 0 0,2 1 0,-35 21 0,19 0 0,25 1 0,21 4 0,11 7 0,7 7 0,4 10 0,7 17 0,-3-33 0,1 3 0,2 10 0,0 2 0,-1 7 0,0 2 0,-1-2 0,1-1 0,-1-6 0,1-1 0,0-8 0,2-2 0,-1-8 0,2-2 0,23 42 0,13-7 0,-13-40 0,5-2 0,13 5 0,5 0 0,14 4 0,7-2-367,-17-14 0,4-1 0,3-1 367,13 1 0,4-2 0,4-1-696,-10-5 0,3-1 0,3 0 0,2-1 696,-9-4 0,2-1 0,2 0 0,2 0 0,0-1 0,-6-2 0,0 1 0,2-2 0,1 1 0,1-1 0,0 1 0,5-1 0,1 0 0,0 0 0,1 0 0,2-1 0,0 0-469,-8-3 1,2 1 0,0-1 0,1 1 0,1-2 0,0 1 0,0 0 395,4-1 1,0 1 0,1 0 0,0-1-1,1 0 1,1 0 0,-1-1 72,-8-1 0,0-1 0,0 0 0,0 0 0,1 0 0,0-1 0,1 0 0,-1 0-410,3 0 0,0 0 1,0-1-1,1 1 1,-1-1-1,1-1 0,-1 1 1,0-1 382,-1 0 0,0-1 0,-1 1 0,1-1 0,-1 0 0,1 0 0,-1-1 0,0 0 27,-1 0 0,0-1 0,0 1 0,0-1 0,0 0 0,-1-1 0,0 1 0,0-1-220,9 0 0,0 1 0,-1-1 0,0 0 0,0-1 0,-1 1 1,0-1 219,-4 1 0,0-1 0,0 0 0,-1 0 0,-1-1 0,1 1 0,-1-1 0,10 1 0,0-1 0,-1 0 0,-1 0 0,0 0 0,-1-1-16,-4 0 0,-1 0 0,-1-1 0,0 0 0,-1-1 0,-1-1 16,13-2 0,-2-1 0,0-2 0,-1 0 0,-2-2 252,-7-1 0,-2-1 1,0-2-1,-2 0 0,-2-2-252,9-4 0,-3-2 0,-1-2 0,-3 0 707,-10 0 0,-1 0 0,-2-1 0,-3 0-707,9-5 0,-4-1 0,-3 0 1526,20-12 1,-4-1-1527,-5 0 0,-3 1 0,-8 2 0,0 0 1351,-3 2 1,0-1-1352,-2 3 0,1 1 987,-1 2 1,1 1-988,1-2 0,0 0 0,3-2 0,1-1 0,4-4 0,0-1 0,2-2 0,0-1 0,0-2 0,-1-1 0,-4 2 0,-3 0 0,-8 3 0,-3 1 434,-8 4 1,-4 2-435,23-25 107,-20 16-107,-15 12 0,-11 11 0,-3 4 0,1-1 0,0-4 0,1-12 0,0-6 0,0-3 0,-6 5 0,-7 9 0,-5 7 0,-8-1 0,-23-18 0,-35-33 0,10 20 0,-8-5 0,8 10 0,-3-3 0,-4-1-505,-8-6 1,-4-1 0,-3-1 504,13 14 0,-2-1 0,-2 0 0,-2 1 0,-4-2 0,-2 1 0,-1 0 0,-1 1-474,-2 0 0,-1 1 0,-1 0 0,0 2 474,-1 0 0,-1 1 0,-1 1 0,0 1 0,0 2 0,0 1 0,-1 1 0,-1 3 0,0 1 0,-2 1 0,0 3 0,-1 1 0,-2 1 0,-1 2 0,0 2 0,-1 1 0,-1 1 0,-1 1 0,1 2 0,-1 0 0,-1 2 0,0 0 0,0 1 0,1 1 0,1 0 0,1 1 0,0 1 0,0 1 0,2 0 0,0 1 0,0 0 0,2 1 0,2 1 0,1 1 0,1 0 0,1 2-280,5 1 1,0 1 0,2 0 0,1 1 279,-18 0 0,2 1 0,2 2-169,7 0 0,2 2 0,3 0 169,5-1 0,3 2 0,1-1 616,-24 0 1,2 0-617,7-1 0,2 2 0,3-1 0,1 2 0,-2 4 0,-1 4 0,-9 4 0,-2 6 0,25-3 0,1 2 0,-1 1 0,-2 2 0,1 0 0,-1 1 0,1 0 0,0 1 0,0-1 0,-27 9 0,1-2 0,3-2 0,1-2 0,1-1 0,0-2 0,3-1 0,-1-1 0,3 0 0,-1 0 0,1 0 0,1-1 926,0 1 0,2-2-926,5 0 0,2-2 649,6-2 0,3-1-649,4-1 0,3 0 325,6-2 0,1-2-325,-44 6 0,7-5 0,13-6 0,16-4 0,29 0 0,13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1:39.7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6801 24575,'64'0'0,"15"0"0,20 0 0,-31 0 0,8 0 0,5 0 0,5 0 0,4 0-469,-3 0 1,4 0 0,5 0 0,3 0 0,2 0 0,3 0 0,1 0 140,-17 0 0,2 0 0,2 0 1,1 0-1,2 0 0,1 0 1,1 0-1,0 0 0,1 0 1,0 0 29,-1 0 0,1 0 0,2 0 0,0 0 0,0 0 0,2 0 0,-1 0 0,0 0 1,0 0-1,-1 0 0,0 0 53,-3 0 1,1 0 0,0 0 0,-1 0 0,0 0 0,0 0 0,0 0 0,-1 0 0,0 0 0,-1 0 0,0 0 160,3 0 1,0 0-1,0 0 1,-1 0 0,0 0-1,-1 0 1,-1 0 0,0 0-1,-1 0 1,-1 0 83,1 1 0,0-1 0,-1 0 0,-1 1 0,-1-1 0,0 0 0,-2 0 0,-1-1 0,0 0-185,12 0 1,-1 0 0,-1-1-1,-2 0 1,-1-1 0,0-1-1,-2-1 185,9-2 0,-1-1 0,-1-1 0,-2-1 0,-1-2 0,-3-2 228,5-3 1,-3-2 0,-1-2 0,-3-2 0,-3-4-229,-9 0 0,-2-2 0,-3-2 0,-1-2 0,-1-2 0,11-7 0,-3-3 0,-1-2 0,0-1 0,-2-2 0,0 0 0,-1-2 0,-1-2 0,2-2 0,0-1 0,-1-2 0,0-1 0,-14 11 0,1-2 0,-1 0 0,0-1 0,0 0 0,1-2 0,0-1 0,0-1 0,-1 0 0,-1 0 0,-2 1 0,1 0 0,-2-1 0,0 1 0,-1 0 657,9-10 0,-1 1 0,-1-1 0,0 2-657,-6 3 0,0 0 0,-1 1 0,0 0 0,-4 3 0,-1 1 0,0-1 0,-2 0 0,0 0 0,-2-1 0,0 0 0,0-2 0,5-6 0,1-2 0,0-2 0,0-1 552,5-7 0,0-1 1,0-2-1,1-1-552,-8 11 0,0-1 0,0-1 0,1 0 0,0 1 0,2-2 0,-1 0 0,1 1 0,0 0 0,-1 1 0,-3 5 0,1 1 0,-1 1 0,-1 1 0,-1 1 0,7-9 0,-1 3 0,-1 0 0,-2 2 658,10-11 1,-3 1-1,-3 2-658,-7 8 0,-3 0 0,-2 0 0,-2-1 0,-2 0 0,-1-1 0,-4 4 0,-1-1 0,-1-1 0,0-6 0,0-1 0,-1-2 0,-1 1 0,0-1 0,0 1 0,-2 5 0,-1 0 0,1 2 623,0 3 1,0 1 0,-1 5-624,8-8 0,-1 7 677,-4 12 1,-2 5-678,13-9 2554,-17 27-2554,-8 10 905,-2 5-905,8-3 0,28-10 0,30-10 0,-29 12 0,4-1 0,7 0 0,1 0 0,-5 3 0,-1 2 0,35-8 0,-32 13 0,-29 8 0,-17 2 0,-4 1 0,-7 0 0,0 0 0,-5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1:41.3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24575,'53'0'0,"1"0"0,0 0 0,2 0 0,6 0 0,0 0 0,-8 0 0,-3 0 0,29 0 0,-35 3 0,-30 2 0,-20 6 0,-6 4 0,-4 3 0,-3 12 0,-2 12 0,-2 19 0,1 12 0,5-1 0,5-2 0,4-12 0,4-10 0,3-11 0,0-11 0,0-3 0,0-5 0,0-3 0,0-3 0,0-6 0,0-2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3:32.7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24575,'45'0'0,"24"4"0,-18 4 0,4 4 0,17 7 0,3 6 0,8 6 0,3 3 0,3 4 0,0 1 0,-26-12 0,1-1 0,0 0 0,-2-2 0,1 0 0,0 0 0,29 10 0,0-1 0,-2-3 0,-3 0 0,-8-3 0,-1-2 0,-5-2 0,0-2 0,-5-2 0,-1 0 0,-2-2 0,-1-1 0,-3-1 0,0-1 0,-2 0 0,0-2 0,1 0 0,1-2 0,1 0 0,3-1 0,9 0 0,5 1 0,12 1 0,6 0-382,-23-4 1,4 1 0,2 0 381,12 1 0,2 1 0,1-2 0,-19-2 0,0-1 0,1 0 0,2-1 0,4 0 0,1 0 0,1-1 0,1 0-535,4-1 1,1 0 0,1 0 0,1-1 534,3 0 0,1-1 0,0-1 0,2 1 0,-17 0 0,0 0 0,2 0 0,-1 0 0,1 0 0,0 0 0,2 0 0,-1 0 0,0 0 0,0 0 0,-1 0 0,0 0 0,0 0 0,-1 0 0,0 0 0,-2 0 0,0 0 0,0 1 0,-1-1 0,-1-1 0,16 0 0,-1-1 0,-1 0 0,-2-1 0,-9 0 0,-1-1 0,-1-1 0,-2-1-268,19-4 1,-1-2 0,-3-2 267,-7-2 0,-3-1 0,-2-1 0,-6 0 0,-2-2 0,-2 0-19,-3 0 1,-1-2 0,-3 1 18,19-6 0,-5 0 483,-12 3 1,-4 0-484,-11 5 0,-2 1 2151,27-8-2151,-19 6 952,-16 7-952,-12 4 68,-8 4-68,-7 2 0,-5-1 0,-6-5 0,-12-6 0,-24-13 0,17 14 0,-15-5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3:33.9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10 24575,'62'-3'0,"-1"1"0,12-1 0,3 1 0,14 2 0,2 0 0,3 0 0,0 0 0,-1 0 0,-2 0 0,-11 0 0,-4 0 0,-14 0 0,-5 0 0,11 1 0,-46 2 0,-26 4 0,-22 6 0,-15 2 0,-9 4 0,1 1 0,16 2 0,9 8 0,11 7 0,3 10 0,1 8 0,-2 3 0,0-3 0,1-8 0,1-8 0,1-10 0,1-6 0,0-8 0,3-8 0,0-4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3:51.7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1 236 24575,'-1'71'0,"1"1"0,8 14 0,4 4 0,0-20 0,2 2 0,3 0 0,2 1 0,3 0 0,2-2 0,2-5 0,1-1 0,2-3 0,14 22 0,4-3 0,3-3 0,4-5 0,2-7 0,3-4 0,2-5 0,4-5 0,2-4 0,2-6 0,0-4 0,1-5 0,1-3 0,2-5 0,1-2 0,1-3 0,-1-2 0,1-1 0,0-1 0,-1-1 0,-4-2 0,-2-2 0,-3-1 0,-2-1 0,-3-2 0,-2-3 0,-1-1 0,0-1 0,0 0 0,1-1 0,3 0 0,2-2 0,5 2 0,0-2 0,3 0 0,0-2 0,3-2 0,1-4 0,2-2 0,1-4 0,6-5 0,1-3 0,5-4 0,1 0 0,3-2 0,0 0 0,-2-1 0,0 0 0,-1 2 0,0 0 0,-1-2 0,-3-2 0,-3 1 0,-2-3 0,-5-1 0,-3-3 0,-7-1 0,-3-5 0,-4-2 0,-2-5 0,-5-3 0,-2-3 0,-2-3 0,-3-2 0,-3 0 0,-3-1 0,-4 2 0,-2 0 0,0 0 0,-1 1 0,-2 3 0,-2 0 0,-1 3 0,-1 1 0,-3 5 0,-1 1 0,14-36 0,-6 5 0,-4 8 0,-4 5 0,-6 12 0,-8 13 0,-5 9 0,-2 7 0,-2 5 0,0 3 0,-2 3 0,-6 4 0,-7 4 0,-10 4 0,-5 4 0,-3 9 0,2 9 0,7 7 0,6 4 0,9-3 0,2-4 0,1-2 0,-5-5 0,-8-2 0,-10-2 0,-11-2 0,-8-3 0,-5-3 0,4-4 0,11-2 0,14 0 0,18 0 0,42-5 0,3-8 0,25-7 0,-16-7 0,-5-1 0,-5 1 0,-6 4 0,-6 6 0,-5 7 0,-3 5 0,-1 2 0,0 3 0,0-2 0,3-1 0,0 0 0,-3 1 0,-5 4 0,-2 3 0,1 10 0,13 17 0,21 20 0,20 19 0,-23-30 0,1 1 0,3 2 0,-1 0 0,-2-3 0,-2-1 0,27 28 0,-23-19 0,-20-18 0,-14-17 0,-8-7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3:54.2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0 642 24575,'48'72'0,"-11"-17"0,6 6 0,-3-4 0,3 3 0,3 2 0,5 8 0,2 2 0,2 0 0,0 1 0,2-1 0,2-1-599,3-1 0,3-1 0,2-4 599,0-6 0,2-3 0,3-4 0,1-3 0,3-3 0,1-4 0,2-4 0,1-3 0,1-5 0,-6-6 0,1-4 0,-2-1 116,-5-4 0,-2 0 1,-1-3-117,23 4 0,-4-2 176,-17-5 0,-5-3-176,29 0 0,-23-9 0,-19-11 911,-11-9-911,-7-11 185,-4-9-185,-4-5 0,5-15 0,21-22 0,-13 32 0,5-2 0,12-9 0,4-2 0,7-3 0,2 0 0,3 0 0,1 0 0,1 0 0,-1 1 0,-1 1 0,-1 0 0,-2 0 0,-2 1 0,-7 5 0,-3 2 0,-9 8 0,-4 2 0,18-28 0,-26 23 0,-19 15 0,-10 7 0,-5 3 0,0-1 0,0-1 0,0-1 0,0 2 0,-3 1 0,-6 3 0,-9 6 0,-12 6 0,-14 9 0,-11 5 0,-10 18 0,-1 19 0,7 16 0,11 7 0,12-9 0,9-12 0,6-11 0,3-10 0,4-7 0,3-7 0,5-13 0,2-14 0,7-15 0,18-19 0,16-6 0,19-6 0,13 2 0,0 7 0,4 4 0,-3 8 0,-7 7 0,-7 8 0,-13 7 0,-11 8 0,-8 5 0,-9 9 0,-7 6 0,-4 9 0,-4 9 0,5 9 0,17 30 0,14 22 0,-13-35 0,2 1 0,1 0 0,-1 0 0,17 25 0,-3-14 0,-5-12 0,-4-10 0,-6-9 0,-11-13 0,-6-6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4:13:56.4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3T12:55:38.8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3230 24575,'91'-29'0,"-29"5"0,13-9 0,-4-2 0,13-8 0,8-5 0,6-2 0,2-1-410,-20 12 0,4-2 1,4-2-1,1 0 1,3 0-1,0-1 0,0 0 1,-1 2 44,-6 2 1,1 1 0,1 0 0,0-1 0,0 1 0,1 0 0,-1 0 0,-1 0 0,0 0-46,6-4 0,0-1 1,-1 1-1,1-1 1,-2 1-1,0 2 0,-1 1 1,-1 2 196,3 2 0,-1 1 0,0 3 0,-1 0 1,-2 1-1,-1 0 0,-1 0 28,1-3 1,-3 1 0,-2 0 0,1 0 0,2-1 0,3 0 184,2 1 0,3-2 0,3 1 0,0-1 0,1 0 0,0 2 0,-2 0 0,-2 2 0,0 1 0,0 0 0,-1 1 0,1 0 0,-1-1 0,-1 1 0,-2-2 0,-1 1 0,-1-1 0,0 0 0,1 0 0,-1 2 0,1 1-113,0 1 0,0 1 0,0 1 0,1 1 0,-1 0 0,-1 0 0,-1 1 113,8-4 0,-1 1 0,0 0 0,-1 0 0,-1 1 0,1 1 0,-2 1 0,0 0 0,1 0 0,-2 2 0,-1 0 0,-1 1 0,5 1 0,-1 0 0,-1 2 0,-1 0 0,1 1-456,3 0 0,0 0 1,0 1-1,-1 1 0,-1 0 456,-7 1 0,0 1 0,-2 0 0,-1 1 0,-3 1 0,2 2 0,-3 2 0,0 0 0,6-1 0,8-2 0,8-1 0,3-1 0,-4 1 0,-7 4 0,-11 2 0,-7 4 0,1-1 0,5-1 143,10-2 0,8-1 1,2-1-1,-3 0 1,-8 2-144,11 0 0,-8 2 0,1 0 130,6 1 0,0 1 0,-1-1-130,-9-1 0,-2-1 0,1 1 0,9 1 0,2 1 0,0 1 0,-22-1 0,1 0 0,0 0 0,-2 0 0,17-1 0,-2 1 0,0 1 0,1-1 0,-1-1 0,-2 2 446,-6-1 1,-3 0 0,0 0-447,-4 0 0,-1 0 0,0 0 0,-5 0 0,0 0 0,-2 0 0,24 0 0,-3 0 0,-5 0 0,-1 0 0,-1-1 0,-2 2 0,-8-2 0,-1 2 0,0 1 0,-1 2 0,1-1 0,-4 2 2380,17 7-2380,-5-4 0,-5 0 0,-15 2 0,22 5 0,2 1 0,-14 4 0,-7-2 0,1 0 0,21 7 0,10 7 0,-17-11 0,3 8 0,-5-4 0,-6-1-1233,11 7 1233,-26-4 379,9-3-379,-24 1 1324,3-6-1324,-19-2 1066,0 0-1066,-6-2 3276,1-3-931,-4 3 931,-1-3-3040,-3 0-236,0 3 0,-2-7 0,5 9 0,-6-8 0,4 5 0,-8-8 0,2 1 0,0 0 0,-2 0 0,5-1 0,-3-2 0,1 2 0,-2-3 0,1 3 0,-2 0 0,4 1 0,-4-1 0,5-2 0,-2 2 0,3-2 0,3 3 0,2 4 0,8 2 0,2 4 0,5 0 0,-5 0 0,3 1 0,-8-2 0,8 1 0,-11-1 0,5-3 0,-10-2 0,1-4 0,-3 0 0,0 0 0,0 0 0,0-1 0,-1-2 0,-2 2 0,2-5 0,-2 5 0,2-5 0,0 1 0,-2-16 0,-2-8 0,-2-21 0,0 19 0,0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3T12:55:40.1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61 1 24575,'10'49'0,"8"9"0,19 10 0,1 4 0,12 6 0,-24-31 0,21 25 0,-23-37 0,10 16 0,-13-17 0,-8-7 0,-5-5 0,0-6-3277,-4-1 0,2-7 2982,-5 3 295,2-5 0,-3 1 0,-3-3 0,-4-1 0,0 0 3276,-7-3 0,6 6-2979,-2-5-297,-1 6 0,3-3 0,-7 3 0,3 1 0,-4-1 0,1 5 0,-6-3 0,-1 7 0,0-7 0,-3 8 0,3-8 0,-5 4 0,0-4 0,6-1 0,0 0 0,5-3 0,4-2 0,-2 1 0,6-4 0,-3 7 0,4-7 0,4 6 0,0-2 0,11-1 0,3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3T12:56:57.9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15700 1486 24575,'-47'22'0,"0"1"0,-18-2 0,-5 3 0,-9 11 0,-10 3-820,14-12 1,-9-1 0,-7 1 0,-6 2 350,16-5 1,-7 3 0,-4 1 0,-3 0 0,-1 0 0,1-2 0,1-1-1,4-2 1,1-2 0,0 0 0,-1-1 0,0-1 0,-4 2 0,-2 0 271,7 0 1,-5 1 0,-1 1-1,-2 0 1,-1 0 0,0-1 0,2-1-1,1-2 1,4-2-28,-11-1 1,3-3 0,2-1 0,0-1 0,1-1 0,-1 1-1,-2 2 224,7 0 0,-2 1 0,-1 1 0,1 1 0,-1-2 0,2 0 0,2-1 0,3-2-404,-11-1 0,6-2 0,2-2 0,-2 0 0,-4 0 0,-8 2 404,22-1 0,-5 2 0,-5 0 0,-3 0 0,-1 0 0,-2 1 0,1-1 0,1 0 0,2-2 0,5 0 0,4-1-115,-17-2 1,6-1 0,3-1 0,2-1 0,0 0 0,-3 1 0,-4 1 114,8 1 0,-3 1 0,-2 1 0,-1-1 0,0 1 0,-1 0 0,1 0 0,2-2 0,1 0 0,-2-2 0,-1 0 0,2-1 0,0 0 0,1-1 0,2 1 0,3-1 0,2 1 0,-7 0 0,6 0 0,2 0 0,-1 0 0,-1 0 0,-5 0 0,6 0 0,-3 0 0,-3 0 0,-1 0 0,-1 0 0,1 0 0,1 0 0,3 0 0,-4 0 0,2 0 0,0 0 0,1 1 0,1-1 0,0-1 0,-1 1 0,1-1 0,-1 0 0,1 0 0,-1-1 0,2 0 0,0 0 0,1-2 0,-8 0 0,2-1 0,0-1 0,1-1 0,1-1 0,1 0 44,3-1 1,2-1-1,-1 0 1,2-1-1,0-1 1,2-1-45,-12-3 0,1 0 0,1-2 0,2-1 0,0 0 0,5-1 0,-1-2 0,2 0 0,3 0 0,4 1 0,-20-5 0,7-1 0,-2-1 0,10 1 0,-2-2 0,2-1 0,8 0 0,6-3 0,6-1 0,-2-1 456,-17-4 1,-2 0 0,2-3-457,11 0 0,3-2 0,1 1 0,2 0 0,1 1 0,2-1 0,7 2 0,3 0 0,0 0 0,-25-24 0,1 2 0,10 10 0,3 0 0,6-1 0,2 0 0,-3 6 0,1 1 0,11-1 0,2 1 0,1 4 0,1 1 0,4 1 0,2 1 1480,-15-23-1480,-3-3 2023,11 5-2023,-5-1 0,4-4 0,-2 7 0,12 3 0,-6-1 0,7 7 0,0 1 1274,7 13-1274,-4 0 3276,11 9-1346,-4 4 1033,10 2-2963,-2 9 1801,0-2-1801,2 5 0,-1 2 0,8 4 0,-1 0 0,0 2 0,0-2 0,0 0 0,0 2 0,0-2 0,0 3 0,1 0 0,17 11 0,-4-2 0,16 7 0,-14-8 0,-2-5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3T12:56:59.1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959 0 24575,'-65'4'0,"-5"-2"0,-3-2 0,-19 0-933,41 0 0,-2 0 933,-4 0 0,2 0 0,-25 0 377,-16 0-377,37 0 362,-8 0-362,7 0 0,29 0 0,-2 0 947,24 3-947,2 1 180,7 6-180,0 2 0,7 3 0,-2 1 0,6 0 0,-2 4 0,-1-3 0,-4 4-3277,3-10 0,-6 9 3047,5-7 230,-5 7 0,6 1 0,-6 13 0,3 8 0,1 13 0,2 8 0,5 9 0,-1-12 0,1 17 3276,-1-19 0,1 14-3044,4-8-232,-3-2 0,2-14 0,-5-7 0,-1-9 0,0-10 0,-1-1 0,-1-10 0,1 0 0,-2-4 0,-2 0 0,-1 0 0,0-4 0,1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7:01:26.2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6757 2 24575,'-88'0'0,"21"0"0,-14 0 0,12 0 0,-11 0 0,-6 0 0,-2 0 0,4 0-820,-12-1 1,2 1 0,-1 0 0,-8 1 350,23-1 1,-5 1 0,-3-1 0,-2 1 0,0 1 0,2 1 0,4 1-188,-18 4 1,4 0-1,1 3 1,0 0 0,-2 2 108,12-2 1,-2 1 0,0 1 0,0 1 0,0 1 0,1 2 338,1 2 0,0 2 0,0 2 1,1 0-1,2-1 0,3 0 208,2 0 0,3-2 0,2 1 0,-2 1 0,-5 1-339,-8 4 1,-5 1 0,-4 1 0,2 1 0,3 0 0,7-1 338,-5 4 0,7-1 0,2 0 0,-5 0 0,5-4 0,-3 0 0,-2 0 0,3 0 0,5 1 0,-2 5 0,4 0 0,4 0 0,4-2 0,2 0 0,5-3 0,-2 2 0,-14 7 0,-2 2 0,5-2 0,-3 5 0,5-1 0,-1 1 0,8-1 1010,-7 16-1010,19-18 0,-2 2 830,16-7 1,2-2-831,-2-1 0,2 0 2553,-15 27-2553,19-20 0,-22 37 0,12-19 0,0 5 3276,6-8-1935,11-17 1442,-6 17-2783,6-11 2143,2 3-2143,9-12 1617,-1-1-1617,7-7 0,-3 1 0,4-5 0,5-2 0,-3-4 0,2 4 0,0-3 0,-2 4 0,2-1 0,-3-3 0,-1 4 0,5-6 0,-3-3 0,7 3 0,-3-8 0,0 4 0,2-4 0,-2-1 0,3 1 0,-4-25 0,3 3 0,-2-9 0,3 12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7:01:29.6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2853 1 24575,'-25'0'0,"-21"0"0,-14 0 0,12 0 0,-7 0-1639,-27 0 1,-3 0 1353,21 0 1,-1 0 284,-2 4 0,-4 1 0,3 2 0,-6 5 0,2 2 0,-16 3 0,-1 2 0,12 3 0,2 1-267,1-4 1,3 1 266,13 1 0,1 1 0,0-2 0,0 2 0,1 1 0,2 2 0,-34 22 0,37-17 0,0 2 0,-30 22 0,15-4 0,18-16 0,1 2 0,-4 22 0,5-15 0,0 1 0,-14 34 0,1 0 0,25-34 0,2 0 0,-15 33 0,16-29 0,1 0 0,-9 35 0,15-35 0,1-1-3277,-8 21 1888,-6 17-1888,13-25 2766,-1 21-1461,2-9 1972,10-8-1579,-3-8 1579,10-16 2029,-3-7-2029,8-7 3034,-3-4-3034,4-5 3276,0-3-2015,0-6 2015,0 3 0,0-4-3044,0-1-232,-3-24 0,3 13 0,-7-24 0,6 12 0,-2 7 0,3-2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7:01:34.5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24575,'0'25'0,"0"31"0,0-2 0,0 20 0,0 5 0,0-4 0,0 7 0,0 8 0,7 2 0,0 1 0,0-37 0,0-2 0,5 17 0,-8-19 0,-1 1 0,1 17 0,-4 22 0,0-3 0,0-14 0,0-3 0,0-9 0,0-9 0,0-5 0,0-9 0,0-2 0,0-10 0,0 5 0,0-11 0,0 3 0,0-8 0,0 3 0,0-4 0,0-4 0,0 2 0,0-2 0,0 0 0,0 2 0,0-2 0,0 0 0,0-1 0,0-1 0,0-2 0,0 3 0,0-4 0,0 0 0,0-1 0,-11-28 0,3 1 0,-4-9 0,7 12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7:01:35.5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7:01:47.0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24575,'25'0'0,"38"0"0,-14 0 0,38 0-3277,-14 0 0,10 0 25,8 0 3252,-23 0 0,18 0 0,-26 0 0,29 0 0,-15 11 0,6-3 1781,-8 20-1781,0-8 0,-8 8 0,-1 0 0,8 3 0,-19-4 0,17 8 3276,-21-13-382,7 9-1214,0-3-1680,-1 5 175,-6-6-175,5 5 0,-9-5 0,9 1 0,-8 3 0,9-8 0,-5 9 0,6-4 0,0 5 0,-5 0 0,3 0 0,-3 0 0,0 4 0,-1-3 0,-6 9 0,1-4 0,0 0 0,-5 3 0,-1-3 0,-1 5 0,-2 0 0,2 0 0,-4 0 0,0-1 0,0 1 0,0 5 0,-6-6 0,4 5 0,-9-8 0,9 9 0,-10-8 0,6 12 0,-7-12 0,-3 12 0,1-11 0,4 28 0,-6-24 0,8 18 0,-13-24 0,4 0 0,-5-1 0,-1-5 0,1 4 0,-1-10 0,0 5 0,0-7 0,0 1 0,-1-5 0,1 3 0,-5-8 0,4 4 0,-7-6 0,5 1 0,-5-4 0,3-2 0,-4-3 0,0 0 0,3 0 0,-2 0 0,2-4 0,-3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F436-B176-B95A-FDDA-E3D7D74A8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D627B-69C7-6F5D-8623-F78756DE1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C1C07-BEA1-2F2C-21F4-8EB4DAB2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A440D-B84E-82CD-864C-EF4EF17B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08E4B-4D71-4409-29BF-ED6DDC96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94970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FFFCF-489B-8B95-4E51-96C6FD0F0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45AE1-A9BE-9E91-A259-977EDCD0F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82F84-B101-A7B9-93A5-67933432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F2120-BE4C-29EC-39B7-F66852F3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878D-194C-8E6B-D371-48CDEE2B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0322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BC191-73EE-E668-5AB2-9AD12F97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6AA5B-2044-4B98-1315-9078ECC4F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71E16-FE59-7EB7-4FB5-00A84274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6B831-B49F-49ED-76D3-9EB286141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57E4C-FC26-7555-8D71-52281CA1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8996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A9A49-36F5-C0CF-6036-6453BB71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412A-49BF-1185-8524-8A7C0AC16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BF4E4-B4F1-1FC6-84CC-AB12E0C77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7B0CE-F416-F62A-8047-4FE9F8207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FA95E-D9D4-FC68-2A28-FAC2FF43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E439F-0E9E-3617-851C-C4E4CEA6D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1581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EB93-4B7F-0726-5CC9-F5084470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87C03-B2F9-6F56-C00D-DF4A2E634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5DE17-6B68-BC87-89EA-8E608D87F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620B3-2AB3-B719-0416-60C56166BC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BEB3D-7817-2D91-E1EA-B4ED63A1D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F16530-84CE-9DE4-0CF8-5917A4FF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E9FBA7-8460-170F-3634-E84E2D95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AD2B6C-50A1-65D4-09D2-D4E6B00C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8917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DB95-C36E-6718-6E78-67097574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A585D7-B685-5A4B-2D6D-621977F4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11C52-AF5A-526E-2CE8-03ABAF68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EE48D-D67F-DCC9-D8B0-822AC70C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3495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CC4F0-C77F-29D7-24E2-28ECEE03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E9E17-B611-5D4B-496A-B5B66F539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63A1F-FD25-03CE-E125-FC0867ED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271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0755-34E2-2007-EEEE-56886B9C2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75B46-59C3-C525-DB2F-FA765AC0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12E36-9F0C-7709-169F-B257197DB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F730C-32AC-C57D-93A0-29382B12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9E70A-48D4-E49D-67B1-A4B81C58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CFB44-4974-7906-3C48-1D25921B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4399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0CE2-D978-DF03-7FE7-004B07124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8BC35-6F01-426B-F3CC-4DAA1C374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28948-7C4D-5316-07D5-3FF4B6921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F4CAE-F87C-5276-313A-AF2100B09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2C31C-BB98-A0C6-16D3-336F7535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86679-E081-F07E-CAA4-B3F2AA8F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2471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B79F-C950-44F0-C93E-4847C5846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96B66-7FAD-9FC4-E4E8-077D8C911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771C5-A3F7-FC0A-2024-53593B07F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6326B-EC8C-B065-5AA5-096037936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2012-DF9F-AF61-8723-11C7F75D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79342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DAF55-B176-E058-49E4-F2F9CC5BC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8C04B-74D5-B0B6-48E2-12F78550E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8AC18-10D3-F878-DF29-3CE88B67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00868-E0AF-94F5-4787-E0620B28D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2D121-8792-CF17-0936-188478A6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2775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2B040B-E938-C5E1-860C-AB2BD7C6C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F8974-99FF-DC48-2636-9BA383CA4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824D1-8061-3F22-84F2-17449C542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61AE3-41CF-A342-A79E-16314E4DB2DD}" type="datetimeFigureOut">
              <a:rPr lang="en-TR" smtClean="0"/>
              <a:t>26.02.2025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3D09C-B2F2-4D4B-E5DA-EDAF0DA3A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B5A2D-EFE5-B48F-8A1E-99170143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55FD3-4B34-7549-96EF-B25C89AAD3B2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4011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8" Type="http://schemas.openxmlformats.org/officeDocument/2006/relationships/customXml" Target="../ink/ink4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customXml" Target="../ink/ink25.xml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customXml" Target="../ink/ink24.xml"/><Relationship Id="rId4" Type="http://schemas.openxmlformats.org/officeDocument/2006/relationships/customXml" Target="../ink/ink21.xml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2.xml"/><Relationship Id="rId18" Type="http://schemas.openxmlformats.org/officeDocument/2006/relationships/customXml" Target="../ink/ink37.xml"/><Relationship Id="rId26" Type="http://schemas.openxmlformats.org/officeDocument/2006/relationships/customXml" Target="../ink/ink44.xml"/><Relationship Id="rId39" Type="http://schemas.openxmlformats.org/officeDocument/2006/relationships/customXml" Target="../ink/ink52.xml"/><Relationship Id="rId21" Type="http://schemas.openxmlformats.org/officeDocument/2006/relationships/customXml" Target="../ink/ink40.xml"/><Relationship Id="rId34" Type="http://schemas.openxmlformats.org/officeDocument/2006/relationships/image" Target="../media/image34.png"/><Relationship Id="rId42" Type="http://schemas.openxmlformats.org/officeDocument/2006/relationships/image" Target="../media/image38.png"/><Relationship Id="rId47" Type="http://schemas.openxmlformats.org/officeDocument/2006/relationships/customXml" Target="../ink/ink56.xml"/><Relationship Id="rId7" Type="http://schemas.openxmlformats.org/officeDocument/2006/relationships/image" Target="../media/image28.png"/><Relationship Id="rId2" Type="http://schemas.openxmlformats.org/officeDocument/2006/relationships/customXml" Target="../ink/ink26.xml"/><Relationship Id="rId16" Type="http://schemas.openxmlformats.org/officeDocument/2006/relationships/customXml" Target="../ink/ink35.xml"/><Relationship Id="rId29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.xml"/><Relationship Id="rId11" Type="http://schemas.openxmlformats.org/officeDocument/2006/relationships/image" Target="../media/image30.png"/><Relationship Id="rId24" Type="http://schemas.openxmlformats.org/officeDocument/2006/relationships/customXml" Target="../ink/ink42.xml"/><Relationship Id="rId32" Type="http://schemas.openxmlformats.org/officeDocument/2006/relationships/image" Target="../media/image33.png"/><Relationship Id="rId37" Type="http://schemas.openxmlformats.org/officeDocument/2006/relationships/customXml" Target="../ink/ink51.xml"/><Relationship Id="rId40" Type="http://schemas.openxmlformats.org/officeDocument/2006/relationships/image" Target="../media/image37.png"/><Relationship Id="rId45" Type="http://schemas.openxmlformats.org/officeDocument/2006/relationships/customXml" Target="../ink/ink55.xml"/><Relationship Id="rId5" Type="http://schemas.openxmlformats.org/officeDocument/2006/relationships/image" Target="../media/image27.png"/><Relationship Id="rId15" Type="http://schemas.openxmlformats.org/officeDocument/2006/relationships/customXml" Target="../ink/ink34.xml"/><Relationship Id="rId23" Type="http://schemas.openxmlformats.org/officeDocument/2006/relationships/image" Target="../media/image31.png"/><Relationship Id="rId28" Type="http://schemas.openxmlformats.org/officeDocument/2006/relationships/customXml" Target="../ink/ink46.xml"/><Relationship Id="rId36" Type="http://schemas.openxmlformats.org/officeDocument/2006/relationships/image" Target="../media/image35.png"/><Relationship Id="rId10" Type="http://schemas.openxmlformats.org/officeDocument/2006/relationships/customXml" Target="../ink/ink30.xml"/><Relationship Id="rId19" Type="http://schemas.openxmlformats.org/officeDocument/2006/relationships/customXml" Target="../ink/ink38.xml"/><Relationship Id="rId31" Type="http://schemas.openxmlformats.org/officeDocument/2006/relationships/customXml" Target="../ink/ink48.xml"/><Relationship Id="rId44" Type="http://schemas.openxmlformats.org/officeDocument/2006/relationships/image" Target="../media/image39.png"/><Relationship Id="rId4" Type="http://schemas.openxmlformats.org/officeDocument/2006/relationships/customXml" Target="../ink/ink27.xml"/><Relationship Id="rId9" Type="http://schemas.openxmlformats.org/officeDocument/2006/relationships/image" Target="../media/image29.png"/><Relationship Id="rId14" Type="http://schemas.openxmlformats.org/officeDocument/2006/relationships/customXml" Target="../ink/ink33.xml"/><Relationship Id="rId22" Type="http://schemas.openxmlformats.org/officeDocument/2006/relationships/customXml" Target="../ink/ink41.xml"/><Relationship Id="rId27" Type="http://schemas.openxmlformats.org/officeDocument/2006/relationships/customXml" Target="../ink/ink45.xml"/><Relationship Id="rId30" Type="http://schemas.openxmlformats.org/officeDocument/2006/relationships/image" Target="../media/image32.png"/><Relationship Id="rId35" Type="http://schemas.openxmlformats.org/officeDocument/2006/relationships/customXml" Target="../ink/ink50.xml"/><Relationship Id="rId43" Type="http://schemas.openxmlformats.org/officeDocument/2006/relationships/customXml" Target="../ink/ink54.xml"/><Relationship Id="rId48" Type="http://schemas.openxmlformats.org/officeDocument/2006/relationships/image" Target="../media/image22.png"/><Relationship Id="rId8" Type="http://schemas.openxmlformats.org/officeDocument/2006/relationships/customXml" Target="../ink/ink29.xml"/><Relationship Id="rId3" Type="http://schemas.openxmlformats.org/officeDocument/2006/relationships/image" Target="../media/image26.png"/><Relationship Id="rId12" Type="http://schemas.openxmlformats.org/officeDocument/2006/relationships/customXml" Target="../ink/ink31.xml"/><Relationship Id="rId17" Type="http://schemas.openxmlformats.org/officeDocument/2006/relationships/customXml" Target="../ink/ink36.xml"/><Relationship Id="rId25" Type="http://schemas.openxmlformats.org/officeDocument/2006/relationships/customXml" Target="../ink/ink43.xml"/><Relationship Id="rId33" Type="http://schemas.openxmlformats.org/officeDocument/2006/relationships/customXml" Target="../ink/ink49.xml"/><Relationship Id="rId38" Type="http://schemas.openxmlformats.org/officeDocument/2006/relationships/image" Target="../media/image36.png"/><Relationship Id="rId46" Type="http://schemas.openxmlformats.org/officeDocument/2006/relationships/image" Target="../media/image40.png"/><Relationship Id="rId20" Type="http://schemas.openxmlformats.org/officeDocument/2006/relationships/customXml" Target="../ink/ink39.xml"/><Relationship Id="rId41" Type="http://schemas.openxmlformats.org/officeDocument/2006/relationships/customXml" Target="../ink/ink5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0.xml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5" Type="http://schemas.openxmlformats.org/officeDocument/2006/relationships/image" Target="../media/image53.png"/><Relationship Id="rId4" Type="http://schemas.openxmlformats.org/officeDocument/2006/relationships/customXml" Target="../ink/ink58.xml"/><Relationship Id="rId9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4.xml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3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customXml" Target="../ink/ink65.xml"/><Relationship Id="rId4" Type="http://schemas.openxmlformats.org/officeDocument/2006/relationships/customXml" Target="../ink/ink62.xml"/><Relationship Id="rId9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>
            <a:extLst>
              <a:ext uri="{FF2B5EF4-FFF2-40B4-BE49-F238E27FC236}">
                <a16:creationId xmlns:a16="http://schemas.microsoft.com/office/drawing/2014/main" id="{05A7C6ED-BFD3-1DB6-AA40-44134B775AA7}"/>
              </a:ext>
            </a:extLst>
          </p:cNvPr>
          <p:cNvSpPr/>
          <p:nvPr/>
        </p:nvSpPr>
        <p:spPr>
          <a:xfrm>
            <a:off x="4949178" y="849934"/>
            <a:ext cx="1330036" cy="199505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Oracle..</a:t>
            </a:r>
          </a:p>
          <a:p>
            <a:pPr algn="ctr"/>
            <a:r>
              <a:rPr lang="en-TR" dirty="0"/>
              <a:t>(OLTP)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CCEE8-2CE3-D1D2-4434-9271BFCB421B}"/>
              </a:ext>
            </a:extLst>
          </p:cNvPr>
          <p:cNvSpPr txBox="1"/>
          <p:nvPr/>
        </p:nvSpPr>
        <p:spPr>
          <a:xfrm>
            <a:off x="4949178" y="369643"/>
            <a:ext cx="169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Live, Production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89F7DF-0379-5168-E80C-F9F7A940120C}"/>
              </a:ext>
            </a:extLst>
          </p:cNvPr>
          <p:cNvSpPr/>
          <p:nvPr/>
        </p:nvSpPr>
        <p:spPr>
          <a:xfrm>
            <a:off x="245245" y="749154"/>
            <a:ext cx="858982" cy="7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Mobile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F9A4C0-9C8B-53C0-FDFE-B7B04743107C}"/>
              </a:ext>
            </a:extLst>
          </p:cNvPr>
          <p:cNvSpPr/>
          <p:nvPr/>
        </p:nvSpPr>
        <p:spPr>
          <a:xfrm>
            <a:off x="2058304" y="1006891"/>
            <a:ext cx="2007443" cy="40917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4B8F50-B8E8-AE86-1C5D-0E21D8727888}"/>
              </a:ext>
            </a:extLst>
          </p:cNvPr>
          <p:cNvSpPr txBox="1"/>
          <p:nvPr/>
        </p:nvSpPr>
        <p:spPr>
          <a:xfrm>
            <a:off x="2818838" y="369643"/>
            <a:ext cx="1576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Enterprise App</a:t>
            </a:r>
          </a:p>
          <a:p>
            <a:r>
              <a:rPr lang="en-TR" dirty="0"/>
              <a:t>(Services)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851406-A933-C910-7696-03DE31C93768}"/>
              </a:ext>
            </a:extLst>
          </p:cNvPr>
          <p:cNvSpPr/>
          <p:nvPr/>
        </p:nvSpPr>
        <p:spPr>
          <a:xfrm>
            <a:off x="2171260" y="1921291"/>
            <a:ext cx="2336800" cy="62807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MoneyTransferService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32F78-835C-1190-4821-1C876E4D3548}"/>
              </a:ext>
            </a:extLst>
          </p:cNvPr>
          <p:cNvSpPr/>
          <p:nvPr/>
        </p:nvSpPr>
        <p:spPr>
          <a:xfrm>
            <a:off x="2171260" y="2655582"/>
            <a:ext cx="2336800" cy="62807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BillingService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6945D1-D928-EF8C-C6E0-E31A4ADA561D}"/>
              </a:ext>
            </a:extLst>
          </p:cNvPr>
          <p:cNvSpPr/>
          <p:nvPr/>
        </p:nvSpPr>
        <p:spPr>
          <a:xfrm>
            <a:off x="2196904" y="3385194"/>
            <a:ext cx="2336800" cy="62807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CreditService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38559E-FB02-5F88-90D6-76D293D5500D}"/>
              </a:ext>
            </a:extLst>
          </p:cNvPr>
          <p:cNvSpPr/>
          <p:nvPr/>
        </p:nvSpPr>
        <p:spPr>
          <a:xfrm>
            <a:off x="264853" y="1818815"/>
            <a:ext cx="858982" cy="7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Web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0B8B53-E972-644A-4C96-189DFCE98AA9}"/>
              </a:ext>
            </a:extLst>
          </p:cNvPr>
          <p:cNvSpPr/>
          <p:nvPr/>
        </p:nvSpPr>
        <p:spPr>
          <a:xfrm>
            <a:off x="269435" y="2844989"/>
            <a:ext cx="858982" cy="7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ATM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DC2597-CB57-EBE2-4E0F-7133E1C80A95}"/>
              </a:ext>
            </a:extLst>
          </p:cNvPr>
          <p:cNvSpPr/>
          <p:nvPr/>
        </p:nvSpPr>
        <p:spPr>
          <a:xfrm>
            <a:off x="245245" y="3871163"/>
            <a:ext cx="858982" cy="7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IVR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42E270-7969-4C08-3650-BE3C4DB33941}"/>
              </a:ext>
            </a:extLst>
          </p:cNvPr>
          <p:cNvSpPr/>
          <p:nvPr/>
        </p:nvSpPr>
        <p:spPr>
          <a:xfrm>
            <a:off x="245245" y="5031923"/>
            <a:ext cx="858982" cy="7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Office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D4C990-D207-51C5-C3CF-59E8EFADA30C}"/>
              </a:ext>
            </a:extLst>
          </p:cNvPr>
          <p:cNvGrpSpPr/>
          <p:nvPr/>
        </p:nvGrpSpPr>
        <p:grpSpPr>
          <a:xfrm>
            <a:off x="1189183" y="1263313"/>
            <a:ext cx="933120" cy="1104840"/>
            <a:chOff x="1189183" y="1263313"/>
            <a:chExt cx="933120" cy="11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BCD8A5B-782D-C87C-8B3D-65F58A6CF4F5}"/>
                    </a:ext>
                  </a:extLst>
                </p14:cNvPr>
                <p14:cNvContentPartPr/>
                <p14:nvPr/>
              </p14:nvContentPartPr>
              <p14:xfrm>
                <a:off x="1257223" y="1263313"/>
                <a:ext cx="865080" cy="1020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BCD8A5B-782D-C87C-8B3D-65F58A6CF4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21583" y="1227673"/>
                  <a:ext cx="936720" cy="10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4E203CD-958B-A9A8-8000-0623BDBF1757}"/>
                    </a:ext>
                  </a:extLst>
                </p14:cNvPr>
                <p14:cNvContentPartPr/>
                <p14:nvPr/>
              </p14:nvContentPartPr>
              <p14:xfrm>
                <a:off x="1189183" y="2244673"/>
                <a:ext cx="906480" cy="123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4E203CD-958B-A9A8-8000-0623BDBF17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53183" y="2209033"/>
                  <a:ext cx="97812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039FF59-032D-F478-AD69-9057F437E6CE}"/>
              </a:ext>
            </a:extLst>
          </p:cNvPr>
          <p:cNvGrpSpPr/>
          <p:nvPr/>
        </p:nvGrpSpPr>
        <p:grpSpPr>
          <a:xfrm>
            <a:off x="1182343" y="2983753"/>
            <a:ext cx="805680" cy="2553480"/>
            <a:chOff x="1182343" y="2983753"/>
            <a:chExt cx="805680" cy="255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A6D03C-1E7B-BB61-1D96-9D3FDDD7AD54}"/>
                    </a:ext>
                  </a:extLst>
                </p14:cNvPr>
                <p14:cNvContentPartPr/>
                <p14:nvPr/>
              </p14:nvContentPartPr>
              <p14:xfrm>
                <a:off x="1286023" y="2983753"/>
                <a:ext cx="702000" cy="383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A6D03C-1E7B-BB61-1D96-9D3FDDD7AD5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50383" y="2947753"/>
                  <a:ext cx="77364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69EBE1-8E20-5DCF-0963-DE431A8C70F4}"/>
                    </a:ext>
                  </a:extLst>
                </p14:cNvPr>
                <p14:cNvContentPartPr/>
                <p14:nvPr/>
              </p14:nvContentPartPr>
              <p14:xfrm>
                <a:off x="1230223" y="3697633"/>
                <a:ext cx="721800" cy="590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69EBE1-8E20-5DCF-0963-DE431A8C70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4583" y="3661633"/>
                  <a:ext cx="79344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9C7A7D2-2889-7B2C-DEAC-2C57191414B5}"/>
                    </a:ext>
                  </a:extLst>
                </p14:cNvPr>
                <p14:cNvContentPartPr/>
                <p14:nvPr/>
              </p14:nvContentPartPr>
              <p14:xfrm>
                <a:off x="1182343" y="3874393"/>
                <a:ext cx="780840" cy="1662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9C7A7D2-2889-7B2C-DEAC-2C57191414B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6343" y="3838753"/>
                  <a:ext cx="852480" cy="173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8225F5-F2EA-6989-CF9A-4B3E60DCD2BA}"/>
              </a:ext>
            </a:extLst>
          </p:cNvPr>
          <p:cNvGrpSpPr/>
          <p:nvPr/>
        </p:nvGrpSpPr>
        <p:grpSpPr>
          <a:xfrm>
            <a:off x="4562023" y="2091313"/>
            <a:ext cx="307440" cy="200880"/>
            <a:chOff x="4562023" y="2091313"/>
            <a:chExt cx="30744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8F8E7DA-092E-F1B7-CE22-8CC8B93912E1}"/>
                    </a:ext>
                  </a:extLst>
                </p14:cNvPr>
                <p14:cNvContentPartPr/>
                <p14:nvPr/>
              </p14:nvContentPartPr>
              <p14:xfrm>
                <a:off x="4562023" y="2169073"/>
                <a:ext cx="303480" cy="2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8F8E7DA-092E-F1B7-CE22-8CC8B93912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26023" y="2133073"/>
                  <a:ext cx="375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04EC71-512E-9FCA-C61C-A5E231A74778}"/>
                    </a:ext>
                  </a:extLst>
                </p14:cNvPr>
                <p14:cNvContentPartPr/>
                <p14:nvPr/>
              </p14:nvContentPartPr>
              <p14:xfrm>
                <a:off x="4796023" y="2091313"/>
                <a:ext cx="73440" cy="200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04EC71-512E-9FCA-C61C-A5E231A747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60023" y="2055673"/>
                  <a:ext cx="14508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9B2C29-B8E7-0CC6-15BE-BDB053577EA5}"/>
              </a:ext>
            </a:extLst>
          </p:cNvPr>
          <p:cNvGrpSpPr/>
          <p:nvPr/>
        </p:nvGrpSpPr>
        <p:grpSpPr>
          <a:xfrm>
            <a:off x="4629703" y="2673073"/>
            <a:ext cx="580320" cy="995040"/>
            <a:chOff x="4629703" y="2673073"/>
            <a:chExt cx="580320" cy="9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7943AF7-E440-BF03-DD9D-E67F86294943}"/>
                    </a:ext>
                  </a:extLst>
                </p14:cNvPr>
                <p14:cNvContentPartPr/>
                <p14:nvPr/>
              </p14:nvContentPartPr>
              <p14:xfrm>
                <a:off x="4666423" y="2733553"/>
                <a:ext cx="172800" cy="173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7943AF7-E440-BF03-DD9D-E67F862949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30423" y="2697553"/>
                  <a:ext cx="244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213AF3-F09C-A661-224A-F0B18F70A2E2}"/>
                    </a:ext>
                  </a:extLst>
                </p14:cNvPr>
                <p14:cNvContentPartPr/>
                <p14:nvPr/>
              </p14:nvContentPartPr>
              <p14:xfrm>
                <a:off x="4774063" y="2673073"/>
                <a:ext cx="137160" cy="178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213AF3-F09C-A661-224A-F0B18F70A2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38063" y="2637073"/>
                  <a:ext cx="2088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3824C2-531A-36E1-F32F-EF5CC5EF8AB6}"/>
                    </a:ext>
                  </a:extLst>
                </p14:cNvPr>
                <p14:cNvContentPartPr/>
                <p14:nvPr/>
              </p14:nvContentPartPr>
              <p14:xfrm>
                <a:off x="4629703" y="3034513"/>
                <a:ext cx="547920" cy="633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3824C2-531A-36E1-F32F-EF5CC5EF8AB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93703" y="2998873"/>
                  <a:ext cx="61956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72E42B-5540-7771-3D1F-A829FD6C0330}"/>
                    </a:ext>
                  </a:extLst>
                </p14:cNvPr>
                <p14:cNvContentPartPr/>
                <p14:nvPr/>
              </p14:nvContentPartPr>
              <p14:xfrm>
                <a:off x="5090503" y="2980153"/>
                <a:ext cx="119520" cy="184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72E42B-5540-7771-3D1F-A829FD6C033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54863" y="2944153"/>
                  <a:ext cx="191160" cy="256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E4CE3F5E-14E1-85F9-4994-80470AD9E779}"/>
              </a:ext>
            </a:extLst>
          </p:cNvPr>
          <p:cNvSpPr/>
          <p:nvPr/>
        </p:nvSpPr>
        <p:spPr>
          <a:xfrm>
            <a:off x="6941976" y="692808"/>
            <a:ext cx="4786604" cy="52694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76164F-22DB-40E2-A724-8B5748D8E2F1}"/>
              </a:ext>
            </a:extLst>
          </p:cNvPr>
          <p:cNvSpPr txBox="1"/>
          <p:nvPr/>
        </p:nvSpPr>
        <p:spPr>
          <a:xfrm>
            <a:off x="8369559" y="184977"/>
            <a:ext cx="1797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Data Warehoıuse</a:t>
            </a:r>
          </a:p>
        </p:txBody>
      </p:sp>
      <p:sp>
        <p:nvSpPr>
          <p:cNvPr id="34" name="Can 33">
            <a:extLst>
              <a:ext uri="{FF2B5EF4-FFF2-40B4-BE49-F238E27FC236}">
                <a16:creationId xmlns:a16="http://schemas.microsoft.com/office/drawing/2014/main" id="{4CB10C9B-DD5F-0EA8-E855-1910F5EFEAE1}"/>
              </a:ext>
            </a:extLst>
          </p:cNvPr>
          <p:cNvSpPr/>
          <p:nvPr/>
        </p:nvSpPr>
        <p:spPr>
          <a:xfrm>
            <a:off x="10011954" y="985098"/>
            <a:ext cx="1330036" cy="199505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Oracle..</a:t>
            </a:r>
          </a:p>
          <a:p>
            <a:pPr algn="ctr"/>
            <a:r>
              <a:rPr lang="en-TR" dirty="0"/>
              <a:t>(OLAP)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F555CA-9A76-FE61-D048-3BB4F37999B7}"/>
              </a:ext>
            </a:extLst>
          </p:cNvPr>
          <p:cNvSpPr/>
          <p:nvPr/>
        </p:nvSpPr>
        <p:spPr>
          <a:xfrm>
            <a:off x="7614076" y="1205539"/>
            <a:ext cx="858982" cy="7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BA</a:t>
            </a:r>
          </a:p>
          <a:p>
            <a:pPr algn="ctr"/>
            <a:r>
              <a:rPr lang="en-TR" dirty="0"/>
              <a:t>Tools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84EE36F-859B-95D5-50EA-4E5D3BD587B4}"/>
              </a:ext>
            </a:extLst>
          </p:cNvPr>
          <p:cNvSpPr/>
          <p:nvPr/>
        </p:nvSpPr>
        <p:spPr>
          <a:xfrm>
            <a:off x="7409933" y="2887144"/>
            <a:ext cx="1430464" cy="95929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Data Processing Server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08BDFF3-AD26-06AE-CDAE-B1914625EE9D}"/>
              </a:ext>
            </a:extLst>
          </p:cNvPr>
          <p:cNvGrpSpPr/>
          <p:nvPr/>
        </p:nvGrpSpPr>
        <p:grpSpPr>
          <a:xfrm>
            <a:off x="6414223" y="489673"/>
            <a:ext cx="3606840" cy="685800"/>
            <a:chOff x="6414223" y="489673"/>
            <a:chExt cx="3606840" cy="68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8F48FE0-5474-F969-592F-E03302BA6B73}"/>
                    </a:ext>
                  </a:extLst>
                </p14:cNvPr>
                <p14:cNvContentPartPr/>
                <p14:nvPr/>
              </p14:nvContentPartPr>
              <p14:xfrm>
                <a:off x="6414223" y="489673"/>
                <a:ext cx="3540240" cy="685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8F48FE0-5474-F969-592F-E03302BA6B7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78223" y="454033"/>
                  <a:ext cx="361188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A145C41-1168-D5A0-C365-010E0D334042}"/>
                    </a:ext>
                  </a:extLst>
                </p14:cNvPr>
                <p14:cNvContentPartPr/>
                <p14:nvPr/>
              </p14:nvContentPartPr>
              <p14:xfrm>
                <a:off x="9814063" y="753553"/>
                <a:ext cx="207000" cy="254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A145C41-1168-D5A0-C365-010E0D3340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78063" y="717553"/>
                  <a:ext cx="278640" cy="326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C5E0F6F-6FCB-FBA1-7880-9441E2BD4973}"/>
              </a:ext>
            </a:extLst>
          </p:cNvPr>
          <p:cNvSpPr txBox="1"/>
          <p:nvPr/>
        </p:nvSpPr>
        <p:spPr>
          <a:xfrm>
            <a:off x="3895052" y="6279075"/>
            <a:ext cx="4011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u="sng" dirty="0"/>
              <a:t>Simple Enterprise Software Architecture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8BC3FC4-0250-F618-18F5-3C50F55664D3}"/>
              </a:ext>
            </a:extLst>
          </p:cNvPr>
          <p:cNvSpPr/>
          <p:nvPr/>
        </p:nvSpPr>
        <p:spPr>
          <a:xfrm>
            <a:off x="7007290" y="4357396"/>
            <a:ext cx="4627983" cy="140426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Hadoop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2E9C99-0CBC-E960-D9D5-8656EF5EF2F4}"/>
              </a:ext>
            </a:extLst>
          </p:cNvPr>
          <p:cNvSpPr txBox="1"/>
          <p:nvPr/>
        </p:nvSpPr>
        <p:spPr>
          <a:xfrm>
            <a:off x="9884761" y="3384201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Sqoop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24B82F9-5475-8EE1-BEC3-E6FE384C67C2}"/>
              </a:ext>
            </a:extLst>
          </p:cNvPr>
          <p:cNvGrpSpPr/>
          <p:nvPr/>
        </p:nvGrpSpPr>
        <p:grpSpPr>
          <a:xfrm>
            <a:off x="8713903" y="2003113"/>
            <a:ext cx="2055960" cy="2628000"/>
            <a:chOff x="8713903" y="2003113"/>
            <a:chExt cx="2055960" cy="262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32199F-C0D4-05DE-CE27-005C9452B99E}"/>
                    </a:ext>
                  </a:extLst>
                </p14:cNvPr>
                <p14:cNvContentPartPr/>
                <p14:nvPr/>
              </p14:nvContentPartPr>
              <p14:xfrm>
                <a:off x="8783023" y="2003113"/>
                <a:ext cx="1075320" cy="680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32199F-C0D4-05DE-CE27-005C9452B99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47383" y="1967473"/>
                  <a:ext cx="1146960" cy="7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E828EF6-483D-EEBD-D090-5996B0FB78BE}"/>
                    </a:ext>
                  </a:extLst>
                </p14:cNvPr>
                <p14:cNvContentPartPr/>
                <p14:nvPr/>
              </p14:nvContentPartPr>
              <p14:xfrm>
                <a:off x="8713903" y="2582713"/>
                <a:ext cx="255960" cy="254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E828EF6-483D-EEBD-D090-5996B0FB78B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78263" y="2547073"/>
                  <a:ext cx="3276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28852AE-44A1-612C-89F4-7F7E2B9E67C0}"/>
                    </a:ext>
                  </a:extLst>
                </p14:cNvPr>
                <p14:cNvContentPartPr/>
                <p14:nvPr/>
              </p14:nvContentPartPr>
              <p14:xfrm>
                <a:off x="10629823" y="2920393"/>
                <a:ext cx="131040" cy="1419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28852AE-44A1-612C-89F4-7F7E2B9E67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93823" y="2884393"/>
                  <a:ext cx="202680" cy="14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B59A4E-55BC-4A1F-40B8-12C5D982A0B0}"/>
                    </a:ext>
                  </a:extLst>
                </p14:cNvPr>
                <p14:cNvContentPartPr/>
                <p14:nvPr/>
              </p14:nvContentPartPr>
              <p14:xfrm>
                <a:off x="10491943" y="4204873"/>
                <a:ext cx="277920" cy="115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B59A4E-55BC-4A1F-40B8-12C5D982A0B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56303" y="4169233"/>
                  <a:ext cx="349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9EBB6A9-D68A-16D5-6218-8D1C3A28C02F}"/>
                    </a:ext>
                  </a:extLst>
                </p14:cNvPr>
                <p14:cNvContentPartPr/>
                <p14:nvPr/>
              </p14:nvContentPartPr>
              <p14:xfrm>
                <a:off x="9469183" y="2939833"/>
                <a:ext cx="378720" cy="169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9EBB6A9-D68A-16D5-6218-8D1C3A28C02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33543" y="2903833"/>
                  <a:ext cx="450360" cy="17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2D6402E-DBA1-418B-0C97-2384AFAF7CB6}"/>
                    </a:ext>
                  </a:extLst>
                </p14:cNvPr>
                <p14:cNvContentPartPr/>
                <p14:nvPr/>
              </p14:nvContentPartPr>
              <p14:xfrm>
                <a:off x="9719743" y="2891953"/>
                <a:ext cx="231840" cy="259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2D6402E-DBA1-418B-0C97-2384AFAF7CB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684103" y="2855953"/>
                  <a:ext cx="303480" cy="33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9347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C764B4-7812-F404-5F7F-4BC440F9C9C4}"/>
              </a:ext>
            </a:extLst>
          </p:cNvPr>
          <p:cNvSpPr/>
          <p:nvPr/>
        </p:nvSpPr>
        <p:spPr>
          <a:xfrm>
            <a:off x="1071418" y="95134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144F42-84C5-FC84-E40E-A48C4FB381E5}"/>
              </a:ext>
            </a:extLst>
          </p:cNvPr>
          <p:cNvSpPr/>
          <p:nvPr/>
        </p:nvSpPr>
        <p:spPr>
          <a:xfrm>
            <a:off x="1071418" y="138545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250E93-9CE6-B9D9-5A1A-D49868D98164}"/>
              </a:ext>
            </a:extLst>
          </p:cNvPr>
          <p:cNvSpPr/>
          <p:nvPr/>
        </p:nvSpPr>
        <p:spPr>
          <a:xfrm>
            <a:off x="1071418" y="181956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5A6007-EEC8-F49A-B62E-937A6E4E003A}"/>
              </a:ext>
            </a:extLst>
          </p:cNvPr>
          <p:cNvSpPr/>
          <p:nvPr/>
        </p:nvSpPr>
        <p:spPr>
          <a:xfrm>
            <a:off x="1071418" y="225367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C2DCFA-CD51-C8EB-826E-9E414D732D70}"/>
              </a:ext>
            </a:extLst>
          </p:cNvPr>
          <p:cNvSpPr/>
          <p:nvPr/>
        </p:nvSpPr>
        <p:spPr>
          <a:xfrm>
            <a:off x="1071418" y="268778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C675FA-BF58-4609-E219-AD3D95986111}"/>
              </a:ext>
            </a:extLst>
          </p:cNvPr>
          <p:cNvSpPr/>
          <p:nvPr/>
        </p:nvSpPr>
        <p:spPr>
          <a:xfrm>
            <a:off x="1071418" y="312189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DCA4C3-E590-6C62-1B5D-F1354EEB6A83}"/>
              </a:ext>
            </a:extLst>
          </p:cNvPr>
          <p:cNvSpPr/>
          <p:nvPr/>
        </p:nvSpPr>
        <p:spPr>
          <a:xfrm>
            <a:off x="1071418" y="355600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31988C-E8DE-09A9-9AC8-0CE16201F7AD}"/>
              </a:ext>
            </a:extLst>
          </p:cNvPr>
          <p:cNvSpPr/>
          <p:nvPr/>
        </p:nvSpPr>
        <p:spPr>
          <a:xfrm>
            <a:off x="1071418" y="399011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E40B81-C9E3-6AD7-652F-21C3A56E181F}"/>
              </a:ext>
            </a:extLst>
          </p:cNvPr>
          <p:cNvSpPr/>
          <p:nvPr/>
        </p:nvSpPr>
        <p:spPr>
          <a:xfrm>
            <a:off x="9005455" y="1819565"/>
            <a:ext cx="1440873" cy="1376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DBCC42C-D39A-44BE-A6EF-723DCE750B29}"/>
              </a:ext>
            </a:extLst>
          </p:cNvPr>
          <p:cNvSpPr/>
          <p:nvPr/>
        </p:nvSpPr>
        <p:spPr>
          <a:xfrm>
            <a:off x="9208654" y="1971964"/>
            <a:ext cx="415636" cy="4341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3756377-6962-F1E1-05E8-F5CC03DDB6A3}"/>
              </a:ext>
            </a:extLst>
          </p:cNvPr>
          <p:cNvSpPr/>
          <p:nvPr/>
        </p:nvSpPr>
        <p:spPr>
          <a:xfrm>
            <a:off x="9790545" y="1971964"/>
            <a:ext cx="415636" cy="43411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D31270A-BB8C-676D-8C41-F5A5AE998CDC}"/>
              </a:ext>
            </a:extLst>
          </p:cNvPr>
          <p:cNvSpPr/>
          <p:nvPr/>
        </p:nvSpPr>
        <p:spPr>
          <a:xfrm>
            <a:off x="9227127" y="2540001"/>
            <a:ext cx="415636" cy="43411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ED5ACE-E2BA-1B45-899D-FCAAA2A19F82}"/>
              </a:ext>
            </a:extLst>
          </p:cNvPr>
          <p:cNvSpPr/>
          <p:nvPr/>
        </p:nvSpPr>
        <p:spPr>
          <a:xfrm>
            <a:off x="9809018" y="2540001"/>
            <a:ext cx="415636" cy="43411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496BD1-08F9-FF3D-0F0A-A137781D061E}"/>
              </a:ext>
            </a:extLst>
          </p:cNvPr>
          <p:cNvSpPr txBox="1"/>
          <p:nvPr/>
        </p:nvSpPr>
        <p:spPr>
          <a:xfrm>
            <a:off x="9384145" y="1237673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CPU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07532F-4053-2B3A-F94B-25D7F811EFDE}"/>
              </a:ext>
            </a:extLst>
          </p:cNvPr>
          <p:cNvSpPr txBox="1"/>
          <p:nvPr/>
        </p:nvSpPr>
        <p:spPr>
          <a:xfrm>
            <a:off x="5523345" y="240145"/>
            <a:ext cx="3120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2000" b="1" u="sng" dirty="0"/>
              <a:t>Non-Parallel Sum operation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E6850-FE4F-EF14-3020-7A08B5C876AD}"/>
              </a:ext>
            </a:extLst>
          </p:cNvPr>
          <p:cNvSpPr txBox="1"/>
          <p:nvPr/>
        </p:nvSpPr>
        <p:spPr>
          <a:xfrm>
            <a:off x="2692494" y="630715"/>
            <a:ext cx="269009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4000" dirty="0"/>
              <a:t>total = 0</a:t>
            </a:r>
          </a:p>
          <a:p>
            <a:r>
              <a:rPr lang="en-US" sz="4000" dirty="0"/>
              <a:t>F</a:t>
            </a:r>
            <a:r>
              <a:rPr lang="en-TR" sz="4000" dirty="0"/>
              <a:t>or </a:t>
            </a:r>
            <a:r>
              <a:rPr lang="en-US" sz="4000" dirty="0"/>
              <a:t>x</a:t>
            </a:r>
            <a:r>
              <a:rPr lang="en-TR" sz="4000" dirty="0"/>
              <a:t> in List:</a:t>
            </a:r>
          </a:p>
          <a:p>
            <a:r>
              <a:rPr lang="en-TR" sz="4000" dirty="0"/>
              <a:t>    total += x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EABBAD-5402-677C-2AE6-A727BAAB667B}"/>
              </a:ext>
            </a:extLst>
          </p:cNvPr>
          <p:cNvSpPr txBox="1"/>
          <p:nvPr/>
        </p:nvSpPr>
        <p:spPr>
          <a:xfrm>
            <a:off x="780585" y="446049"/>
            <a:ext cx="1109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List, Array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6FC71ED-B4B7-54C1-E4F2-1B47D8420B04}"/>
                  </a:ext>
                </a:extLst>
              </p14:cNvPr>
              <p14:cNvContentPartPr/>
              <p14:nvPr/>
            </p14:nvContentPartPr>
            <p14:xfrm>
              <a:off x="2044844" y="1422202"/>
              <a:ext cx="431640" cy="14878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6FC71ED-B4B7-54C1-E4F2-1B47D8420B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8844" y="1386562"/>
                <a:ext cx="503280" cy="15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19734EF-54E9-3C4D-A24F-1471CBF80AA3}"/>
                  </a:ext>
                </a:extLst>
              </p14:cNvPr>
              <p14:cNvContentPartPr/>
              <p14:nvPr/>
            </p14:nvContentPartPr>
            <p14:xfrm>
              <a:off x="2100284" y="2913322"/>
              <a:ext cx="409320" cy="13982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19734EF-54E9-3C4D-A24F-1471CBF80A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64284" y="2877322"/>
                <a:ext cx="480960" cy="14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3D5050A-34D8-791E-9E38-04A8FBD00A81}"/>
                  </a:ext>
                </a:extLst>
              </p14:cNvPr>
              <p14:cNvContentPartPr/>
              <p14:nvPr/>
            </p14:nvContentPartPr>
            <p14:xfrm>
              <a:off x="9519884" y="2166322"/>
              <a:ext cx="360" cy="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3D5050A-34D8-791E-9E38-04A8FBD00A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84244" y="2130322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A08840E-5A1B-F47F-36C5-97795CBACF61}"/>
              </a:ext>
            </a:extLst>
          </p:cNvPr>
          <p:cNvGrpSpPr/>
          <p:nvPr/>
        </p:nvGrpSpPr>
        <p:grpSpPr>
          <a:xfrm>
            <a:off x="2043404" y="790762"/>
            <a:ext cx="7054568" cy="1371894"/>
            <a:chOff x="2043404" y="790762"/>
            <a:chExt cx="7054568" cy="137189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236E3B6-AB06-BCC7-A68E-65AE2FE246C9}"/>
                    </a:ext>
                  </a:extLst>
                </p14:cNvPr>
                <p14:cNvContentPartPr/>
                <p14:nvPr/>
              </p14:nvContentPartPr>
              <p14:xfrm>
                <a:off x="2129084" y="790762"/>
                <a:ext cx="234720" cy="457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236E3B6-AB06-BCC7-A68E-65AE2FE246C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93444" y="755122"/>
                  <a:ext cx="30636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93A380-F346-34EF-159D-5343C62C612A}"/>
                    </a:ext>
                  </a:extLst>
                </p14:cNvPr>
                <p14:cNvContentPartPr/>
                <p14:nvPr/>
              </p14:nvContentPartPr>
              <p14:xfrm>
                <a:off x="2043404" y="1126642"/>
                <a:ext cx="199800" cy="223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93A380-F346-34EF-159D-5343C62C61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07404" y="1091002"/>
                  <a:ext cx="2714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B515FB6-2CEC-2825-EB98-C9F88A2C9FA9}"/>
                    </a:ext>
                  </a:extLst>
                </p14:cNvPr>
                <p14:cNvContentPartPr/>
                <p14:nvPr/>
              </p14:nvContentPartPr>
              <p14:xfrm>
                <a:off x="2294332" y="797536"/>
                <a:ext cx="6803640" cy="1365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B515FB6-2CEC-2825-EB98-C9F88A2C9FA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58692" y="761896"/>
                  <a:ext cx="6875280" cy="1436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013C061-4B8E-FB38-BB4E-6D2F3D310DF0}"/>
              </a:ext>
            </a:extLst>
          </p:cNvPr>
          <p:cNvSpPr txBox="1"/>
          <p:nvPr/>
        </p:nvSpPr>
        <p:spPr>
          <a:xfrm>
            <a:off x="2743200" y="5658678"/>
            <a:ext cx="112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8 Seconds</a:t>
            </a:r>
          </a:p>
        </p:txBody>
      </p:sp>
    </p:spTree>
    <p:extLst>
      <p:ext uri="{BB962C8B-B14F-4D97-AF65-F5344CB8AC3E}">
        <p14:creationId xmlns:p14="http://schemas.microsoft.com/office/powerpoint/2010/main" val="24898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C764B4-7812-F404-5F7F-4BC440F9C9C4}"/>
              </a:ext>
            </a:extLst>
          </p:cNvPr>
          <p:cNvSpPr/>
          <p:nvPr/>
        </p:nvSpPr>
        <p:spPr>
          <a:xfrm>
            <a:off x="1071418" y="95134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144F42-84C5-FC84-E40E-A48C4FB381E5}"/>
              </a:ext>
            </a:extLst>
          </p:cNvPr>
          <p:cNvSpPr/>
          <p:nvPr/>
        </p:nvSpPr>
        <p:spPr>
          <a:xfrm>
            <a:off x="1071418" y="138545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250E93-9CE6-B9D9-5A1A-D49868D98164}"/>
              </a:ext>
            </a:extLst>
          </p:cNvPr>
          <p:cNvSpPr/>
          <p:nvPr/>
        </p:nvSpPr>
        <p:spPr>
          <a:xfrm>
            <a:off x="1071418" y="215042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5A6007-EEC8-F49A-B62E-937A6E4E003A}"/>
              </a:ext>
            </a:extLst>
          </p:cNvPr>
          <p:cNvSpPr/>
          <p:nvPr/>
        </p:nvSpPr>
        <p:spPr>
          <a:xfrm>
            <a:off x="1071418" y="258453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C2DCFA-CD51-C8EB-826E-9E414D732D70}"/>
              </a:ext>
            </a:extLst>
          </p:cNvPr>
          <p:cNvSpPr/>
          <p:nvPr/>
        </p:nvSpPr>
        <p:spPr>
          <a:xfrm>
            <a:off x="1071418" y="3429000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C675FA-BF58-4609-E219-AD3D95986111}"/>
              </a:ext>
            </a:extLst>
          </p:cNvPr>
          <p:cNvSpPr/>
          <p:nvPr/>
        </p:nvSpPr>
        <p:spPr>
          <a:xfrm>
            <a:off x="1071418" y="3863110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DCA4C3-E590-6C62-1B5D-F1354EEB6A83}"/>
              </a:ext>
            </a:extLst>
          </p:cNvPr>
          <p:cNvSpPr/>
          <p:nvPr/>
        </p:nvSpPr>
        <p:spPr>
          <a:xfrm>
            <a:off x="1071418" y="482138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31988C-E8DE-09A9-9AC8-0CE16201F7AD}"/>
              </a:ext>
            </a:extLst>
          </p:cNvPr>
          <p:cNvSpPr/>
          <p:nvPr/>
        </p:nvSpPr>
        <p:spPr>
          <a:xfrm>
            <a:off x="1071418" y="525549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E40B81-C9E3-6AD7-652F-21C3A56E181F}"/>
              </a:ext>
            </a:extLst>
          </p:cNvPr>
          <p:cNvSpPr/>
          <p:nvPr/>
        </p:nvSpPr>
        <p:spPr>
          <a:xfrm>
            <a:off x="10182461" y="1422277"/>
            <a:ext cx="1440873" cy="1376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DBCC42C-D39A-44BE-A6EF-723DCE750B29}"/>
              </a:ext>
            </a:extLst>
          </p:cNvPr>
          <p:cNvSpPr/>
          <p:nvPr/>
        </p:nvSpPr>
        <p:spPr>
          <a:xfrm>
            <a:off x="10385660" y="1574676"/>
            <a:ext cx="415636" cy="4341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3756377-6962-F1E1-05E8-F5CC03DDB6A3}"/>
              </a:ext>
            </a:extLst>
          </p:cNvPr>
          <p:cNvSpPr/>
          <p:nvPr/>
        </p:nvSpPr>
        <p:spPr>
          <a:xfrm>
            <a:off x="10967551" y="1574676"/>
            <a:ext cx="415636" cy="4341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D31270A-BB8C-676D-8C41-F5A5AE998CDC}"/>
              </a:ext>
            </a:extLst>
          </p:cNvPr>
          <p:cNvSpPr/>
          <p:nvPr/>
        </p:nvSpPr>
        <p:spPr>
          <a:xfrm>
            <a:off x="10404133" y="2142713"/>
            <a:ext cx="415636" cy="4341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ED5ACE-E2BA-1B45-899D-FCAAA2A19F82}"/>
              </a:ext>
            </a:extLst>
          </p:cNvPr>
          <p:cNvSpPr/>
          <p:nvPr/>
        </p:nvSpPr>
        <p:spPr>
          <a:xfrm>
            <a:off x="10986024" y="2142713"/>
            <a:ext cx="415636" cy="4341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496BD1-08F9-FF3D-0F0A-A137781D061E}"/>
              </a:ext>
            </a:extLst>
          </p:cNvPr>
          <p:cNvSpPr txBox="1"/>
          <p:nvPr/>
        </p:nvSpPr>
        <p:spPr>
          <a:xfrm>
            <a:off x="10561151" y="840385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CPU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7AB2180-8411-51F2-7816-8EA04543A3DA}"/>
              </a:ext>
            </a:extLst>
          </p:cNvPr>
          <p:cNvSpPr txBox="1"/>
          <p:nvPr/>
        </p:nvSpPr>
        <p:spPr>
          <a:xfrm>
            <a:off x="7130473" y="184727"/>
            <a:ext cx="259776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2000" b="1" u="sng" dirty="0"/>
              <a:t>Parallel Sum operation</a:t>
            </a:r>
          </a:p>
          <a:p>
            <a:endParaRPr lang="en-T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521FF-518C-13C2-74CD-BD0098E12BB8}"/>
              </a:ext>
            </a:extLst>
          </p:cNvPr>
          <p:cNvSpPr txBox="1"/>
          <p:nvPr/>
        </p:nvSpPr>
        <p:spPr>
          <a:xfrm>
            <a:off x="2584174" y="1113183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12F9F9-46FC-F16F-324A-A1E81EFD4FCE}"/>
              </a:ext>
            </a:extLst>
          </p:cNvPr>
          <p:cNvSpPr txBox="1"/>
          <p:nvPr/>
        </p:nvSpPr>
        <p:spPr>
          <a:xfrm>
            <a:off x="2557670" y="1537253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D6888F-D1CD-3DA0-C7A8-316BC091A740}"/>
              </a:ext>
            </a:extLst>
          </p:cNvPr>
          <p:cNvSpPr txBox="1"/>
          <p:nvPr/>
        </p:nvSpPr>
        <p:spPr>
          <a:xfrm>
            <a:off x="3401927" y="1237611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TR" dirty="0"/>
              <a:t> + y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ABD627-4288-1B5F-A1D0-817754E2232B}"/>
              </a:ext>
            </a:extLst>
          </p:cNvPr>
          <p:cNvSpPr/>
          <p:nvPr/>
        </p:nvSpPr>
        <p:spPr>
          <a:xfrm>
            <a:off x="4657366" y="122092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9D0154-B097-65FF-C9C8-51C1EA3EBAE2}"/>
              </a:ext>
            </a:extLst>
          </p:cNvPr>
          <p:cNvSpPr txBox="1"/>
          <p:nvPr/>
        </p:nvSpPr>
        <p:spPr>
          <a:xfrm>
            <a:off x="2700240" y="2165419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x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0C9C5E-36B4-9D98-6535-6B31D6664B3C}"/>
              </a:ext>
            </a:extLst>
          </p:cNvPr>
          <p:cNvSpPr txBox="1"/>
          <p:nvPr/>
        </p:nvSpPr>
        <p:spPr>
          <a:xfrm>
            <a:off x="2673736" y="258948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172EF40-4FAA-ADAB-670A-7801D26DF9D1}"/>
              </a:ext>
            </a:extLst>
          </p:cNvPr>
          <p:cNvSpPr txBox="1"/>
          <p:nvPr/>
        </p:nvSpPr>
        <p:spPr>
          <a:xfrm>
            <a:off x="3517993" y="2289847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TR" dirty="0"/>
              <a:t> + y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E6C6B4D-BD87-76C6-2878-D3DCDA49D0BB}"/>
                  </a:ext>
                </a:extLst>
              </p14:cNvPr>
              <p14:cNvContentPartPr/>
              <p14:nvPr/>
            </p14:nvContentPartPr>
            <p14:xfrm>
              <a:off x="2270358" y="2231012"/>
              <a:ext cx="418320" cy="986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E6C6B4D-BD87-76C6-2878-D3DCDA49D0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4358" y="2195372"/>
                <a:ext cx="4899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6428600-2BC7-9F6F-2B7B-EA7CCF3B920F}"/>
                  </a:ext>
                </a:extLst>
              </p14:cNvPr>
              <p14:cNvContentPartPr/>
              <p14:nvPr/>
            </p14:nvContentPartPr>
            <p14:xfrm>
              <a:off x="2320398" y="2872532"/>
              <a:ext cx="318240" cy="39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6428600-2BC7-9F6F-2B7B-EA7CCF3B92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84758" y="2836892"/>
                <a:ext cx="3898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1C44A82-D6BC-8122-AE63-0155F1E4B279}"/>
                  </a:ext>
                </a:extLst>
              </p14:cNvPr>
              <p14:cNvContentPartPr/>
              <p14:nvPr/>
            </p14:nvContentPartPr>
            <p14:xfrm>
              <a:off x="3166398" y="2490212"/>
              <a:ext cx="284400" cy="3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1C44A82-D6BC-8122-AE63-0155F1E4B2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30758" y="2454572"/>
                <a:ext cx="3560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3CBF309A-6B3B-46CC-2757-C9DEB897AF92}"/>
              </a:ext>
            </a:extLst>
          </p:cNvPr>
          <p:cNvGrpSpPr/>
          <p:nvPr/>
        </p:nvGrpSpPr>
        <p:grpSpPr>
          <a:xfrm>
            <a:off x="4354398" y="2354492"/>
            <a:ext cx="261000" cy="461880"/>
            <a:chOff x="4238332" y="1302256"/>
            <a:chExt cx="26100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7CCB520-2E91-F65B-4A07-43ACD8472898}"/>
                    </a:ext>
                  </a:extLst>
                </p14:cNvPr>
                <p14:cNvContentPartPr/>
                <p14:nvPr/>
              </p14:nvContentPartPr>
              <p14:xfrm>
                <a:off x="4238332" y="1468216"/>
                <a:ext cx="131400" cy="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7CCB520-2E91-F65B-4A07-43ACD84728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02692" y="1432576"/>
                  <a:ext cx="203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85D21A-759E-EE81-1597-BEF79F0B4CFA}"/>
                    </a:ext>
                  </a:extLst>
                </p14:cNvPr>
                <p14:cNvContentPartPr/>
                <p14:nvPr/>
              </p14:nvContentPartPr>
              <p14:xfrm>
                <a:off x="4358212" y="1302256"/>
                <a:ext cx="141120" cy="461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85D21A-759E-EE81-1597-BEF79F0B4C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22572" y="1266616"/>
                  <a:ext cx="212760" cy="533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E01666FB-FEE5-5D67-65B2-9BA9A4CBC163}"/>
              </a:ext>
            </a:extLst>
          </p:cNvPr>
          <p:cNvSpPr/>
          <p:nvPr/>
        </p:nvSpPr>
        <p:spPr>
          <a:xfrm>
            <a:off x="4773432" y="2273157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FACD20A-3B2A-0654-A4DD-BE20ED94B80F}"/>
              </a:ext>
            </a:extLst>
          </p:cNvPr>
          <p:cNvSpPr txBox="1"/>
          <p:nvPr/>
        </p:nvSpPr>
        <p:spPr>
          <a:xfrm>
            <a:off x="2584174" y="3501043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x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4F9C03-EE7C-C82D-C787-73A6EB7F8E5C}"/>
              </a:ext>
            </a:extLst>
          </p:cNvPr>
          <p:cNvSpPr txBox="1"/>
          <p:nvPr/>
        </p:nvSpPr>
        <p:spPr>
          <a:xfrm>
            <a:off x="2557670" y="3925113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y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5BCDAE6-A787-FCED-5D3A-4CD8CAE325D9}"/>
              </a:ext>
            </a:extLst>
          </p:cNvPr>
          <p:cNvSpPr txBox="1"/>
          <p:nvPr/>
        </p:nvSpPr>
        <p:spPr>
          <a:xfrm>
            <a:off x="3401927" y="3625471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TR" dirty="0"/>
              <a:t> + y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408DB9B-ADCD-05B8-FB9A-19CFAB712237}"/>
                  </a:ext>
                </a:extLst>
              </p14:cNvPr>
              <p14:cNvContentPartPr/>
              <p14:nvPr/>
            </p14:nvContentPartPr>
            <p14:xfrm>
              <a:off x="2154292" y="3566636"/>
              <a:ext cx="418320" cy="986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408DB9B-ADCD-05B8-FB9A-19CFAB7122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8292" y="3530996"/>
                <a:ext cx="4899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E5D0FFF-EE97-0183-296B-BC47C238E9A9}"/>
                  </a:ext>
                </a:extLst>
              </p14:cNvPr>
              <p14:cNvContentPartPr/>
              <p14:nvPr/>
            </p14:nvContentPartPr>
            <p14:xfrm>
              <a:off x="2204332" y="4208156"/>
              <a:ext cx="318240" cy="39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E5D0FFF-EE97-0183-296B-BC47C238E9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8692" y="4172516"/>
                <a:ext cx="3898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117A1F8-142D-AB67-A666-1E44379A32A7}"/>
                  </a:ext>
                </a:extLst>
              </p14:cNvPr>
              <p14:cNvContentPartPr/>
              <p14:nvPr/>
            </p14:nvContentPartPr>
            <p14:xfrm>
              <a:off x="3050332" y="3825836"/>
              <a:ext cx="284400" cy="3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117A1F8-142D-AB67-A666-1E44379A32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14692" y="3790196"/>
                <a:ext cx="3560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8BEA2373-1B60-8057-D7BB-71DA8E1E6979}"/>
              </a:ext>
            </a:extLst>
          </p:cNvPr>
          <p:cNvGrpSpPr/>
          <p:nvPr/>
        </p:nvGrpSpPr>
        <p:grpSpPr>
          <a:xfrm>
            <a:off x="4238332" y="3690116"/>
            <a:ext cx="261000" cy="461880"/>
            <a:chOff x="4238332" y="1302256"/>
            <a:chExt cx="26100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87B9F0B-FBCC-424D-2337-4D8FEDD89A08}"/>
                    </a:ext>
                  </a:extLst>
                </p14:cNvPr>
                <p14:cNvContentPartPr/>
                <p14:nvPr/>
              </p14:nvContentPartPr>
              <p14:xfrm>
                <a:off x="4238332" y="1468216"/>
                <a:ext cx="13140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87B9F0B-FBCC-424D-2337-4D8FEDD89A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02692" y="1432576"/>
                  <a:ext cx="203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CDA5F57-E3B4-8979-C0C3-C51259556230}"/>
                    </a:ext>
                  </a:extLst>
                </p14:cNvPr>
                <p14:cNvContentPartPr/>
                <p14:nvPr/>
              </p14:nvContentPartPr>
              <p14:xfrm>
                <a:off x="4358212" y="1302256"/>
                <a:ext cx="141120" cy="461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CDA5F57-E3B4-8979-C0C3-C512595562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22572" y="1266616"/>
                  <a:ext cx="212760" cy="533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5D72952A-DCD4-624E-03CD-E49D3E561139}"/>
              </a:ext>
            </a:extLst>
          </p:cNvPr>
          <p:cNvSpPr/>
          <p:nvPr/>
        </p:nvSpPr>
        <p:spPr>
          <a:xfrm>
            <a:off x="4657366" y="360878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11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0E1AD06-91E2-8141-6623-E5B15E227CA8}"/>
              </a:ext>
            </a:extLst>
          </p:cNvPr>
          <p:cNvSpPr txBox="1"/>
          <p:nvPr/>
        </p:nvSpPr>
        <p:spPr>
          <a:xfrm>
            <a:off x="2760663" y="486961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x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D9A240A-B1AC-52CD-E351-E90A17C0EAB3}"/>
              </a:ext>
            </a:extLst>
          </p:cNvPr>
          <p:cNvSpPr txBox="1"/>
          <p:nvPr/>
        </p:nvSpPr>
        <p:spPr>
          <a:xfrm>
            <a:off x="2734159" y="529368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y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3B78334-F437-CDDA-49DC-6DEEE1882DB3}"/>
              </a:ext>
            </a:extLst>
          </p:cNvPr>
          <p:cNvSpPr txBox="1"/>
          <p:nvPr/>
        </p:nvSpPr>
        <p:spPr>
          <a:xfrm>
            <a:off x="3578416" y="4994039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TR" dirty="0"/>
              <a:t> + y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F08056A-3FD5-50EC-D3F5-90C931DF4AE7}"/>
                  </a:ext>
                </a:extLst>
              </p14:cNvPr>
              <p14:cNvContentPartPr/>
              <p14:nvPr/>
            </p14:nvContentPartPr>
            <p14:xfrm>
              <a:off x="2330781" y="4935204"/>
              <a:ext cx="418320" cy="986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F08056A-3FD5-50EC-D3F5-90C931DF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4781" y="4899564"/>
                <a:ext cx="4899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92341DF-9AB6-D76A-DB8E-E22940A9D819}"/>
                  </a:ext>
                </a:extLst>
              </p14:cNvPr>
              <p14:cNvContentPartPr/>
              <p14:nvPr/>
            </p14:nvContentPartPr>
            <p14:xfrm>
              <a:off x="2380821" y="5576724"/>
              <a:ext cx="318240" cy="39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92341DF-9AB6-D76A-DB8E-E22940A9D8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5181" y="5541084"/>
                <a:ext cx="3898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2CA29A12-CFC9-CCFA-47C3-BA036BEAD255}"/>
                  </a:ext>
                </a:extLst>
              </p14:cNvPr>
              <p14:cNvContentPartPr/>
              <p14:nvPr/>
            </p14:nvContentPartPr>
            <p14:xfrm>
              <a:off x="3226821" y="5194404"/>
              <a:ext cx="284400" cy="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2CA29A12-CFC9-CCFA-47C3-BA036BEAD2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1181" y="5158764"/>
                <a:ext cx="3560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8C647CE-9627-9CEB-380A-76AD8E40E8BC}"/>
              </a:ext>
            </a:extLst>
          </p:cNvPr>
          <p:cNvGrpSpPr/>
          <p:nvPr/>
        </p:nvGrpSpPr>
        <p:grpSpPr>
          <a:xfrm>
            <a:off x="4414821" y="5058684"/>
            <a:ext cx="261000" cy="461880"/>
            <a:chOff x="4238332" y="1302256"/>
            <a:chExt cx="26100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F1F6823-F457-79AF-B548-C4A9E6FCA757}"/>
                    </a:ext>
                  </a:extLst>
                </p14:cNvPr>
                <p14:cNvContentPartPr/>
                <p14:nvPr/>
              </p14:nvContentPartPr>
              <p14:xfrm>
                <a:off x="4238332" y="1468216"/>
                <a:ext cx="131400" cy="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F1F6823-F457-79AF-B548-C4A9E6FCA7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02692" y="1432576"/>
                  <a:ext cx="203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48E8067-98B9-E8D2-45D5-FA2DFB2742F4}"/>
                    </a:ext>
                  </a:extLst>
                </p14:cNvPr>
                <p14:cNvContentPartPr/>
                <p14:nvPr/>
              </p14:nvContentPartPr>
              <p14:xfrm>
                <a:off x="4358212" y="1302256"/>
                <a:ext cx="141120" cy="461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48E8067-98B9-E8D2-45D5-FA2DFB2742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22572" y="1266616"/>
                  <a:ext cx="212760" cy="533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45AD952-F069-0116-802A-863F3555861F}"/>
              </a:ext>
            </a:extLst>
          </p:cNvPr>
          <p:cNvSpPr/>
          <p:nvPr/>
        </p:nvSpPr>
        <p:spPr>
          <a:xfrm>
            <a:off x="4833855" y="4977349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15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403CB578-E190-6888-DF23-A1C172EA69D9}"/>
                  </a:ext>
                </a:extLst>
              </p14:cNvPr>
              <p14:cNvContentPartPr/>
              <p14:nvPr/>
            </p14:nvContentPartPr>
            <p14:xfrm>
              <a:off x="3193612" y="1027936"/>
              <a:ext cx="934920" cy="10324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403CB578-E190-6888-DF23-A1C172EA69D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57972" y="992296"/>
                <a:ext cx="1006560" cy="110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B5AEFFB-95A8-E901-3A12-C93E8B4E54A5}"/>
              </a:ext>
            </a:extLst>
          </p:cNvPr>
          <p:cNvGrpSpPr/>
          <p:nvPr/>
        </p:nvGrpSpPr>
        <p:grpSpPr>
          <a:xfrm>
            <a:off x="1027852" y="406576"/>
            <a:ext cx="9512640" cy="1681920"/>
            <a:chOff x="1027852" y="406576"/>
            <a:chExt cx="9512640" cy="168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613871D-0195-681F-4C12-7AE08D99FF30}"/>
                    </a:ext>
                  </a:extLst>
                </p14:cNvPr>
                <p14:cNvContentPartPr/>
                <p14:nvPr/>
              </p14:nvContentPartPr>
              <p14:xfrm>
                <a:off x="2154292" y="1178776"/>
                <a:ext cx="418320" cy="9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613871D-0195-681F-4C12-7AE08D99FF3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18292" y="1143136"/>
                  <a:ext cx="489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7F57BE9-70CC-9818-2AC3-93F36E2D80F2}"/>
                    </a:ext>
                  </a:extLst>
                </p14:cNvPr>
                <p14:cNvContentPartPr/>
                <p14:nvPr/>
              </p14:nvContentPartPr>
              <p14:xfrm>
                <a:off x="2204332" y="1820296"/>
                <a:ext cx="318240" cy="3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7F57BE9-70CC-9818-2AC3-93F36E2D80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68692" y="1784656"/>
                  <a:ext cx="389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71437FC-63CF-3F97-9980-5A5AB3D915AF}"/>
                    </a:ext>
                  </a:extLst>
                </p14:cNvPr>
                <p14:cNvContentPartPr/>
                <p14:nvPr/>
              </p14:nvContentPartPr>
              <p14:xfrm>
                <a:off x="3050332" y="1437976"/>
                <a:ext cx="28440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71437FC-63CF-3F97-9980-5A5AB3D915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14692" y="1402336"/>
                  <a:ext cx="356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9666ED0-448E-8C25-FC2F-A98CDE6BE078}"/>
                    </a:ext>
                  </a:extLst>
                </p14:cNvPr>
                <p14:cNvContentPartPr/>
                <p14:nvPr/>
              </p14:nvContentPartPr>
              <p14:xfrm>
                <a:off x="4238332" y="1468216"/>
                <a:ext cx="13140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9666ED0-448E-8C25-FC2F-A98CDE6BE0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02692" y="1432576"/>
                  <a:ext cx="203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5CE198-8D32-2720-F54A-6A11BB1230D2}"/>
                    </a:ext>
                  </a:extLst>
                </p14:cNvPr>
                <p14:cNvContentPartPr/>
                <p14:nvPr/>
              </p14:nvContentPartPr>
              <p14:xfrm>
                <a:off x="4358212" y="1302256"/>
                <a:ext cx="141120" cy="461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5CE198-8D32-2720-F54A-6A11BB1230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22572" y="1266616"/>
                  <a:ext cx="21276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A297B4-6077-29F2-3951-CA013DF0D466}"/>
                    </a:ext>
                  </a:extLst>
                </p14:cNvPr>
                <p14:cNvContentPartPr/>
                <p14:nvPr/>
              </p14:nvContentPartPr>
              <p14:xfrm>
                <a:off x="1027852" y="406576"/>
                <a:ext cx="4931280" cy="1681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A297B4-6077-29F2-3951-CA013DF0D46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91852" y="370936"/>
                  <a:ext cx="5002920" cy="175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606733B-87FA-646F-40A8-7DFF78ED3261}"/>
                    </a:ext>
                  </a:extLst>
                </p14:cNvPr>
                <p14:cNvContentPartPr/>
                <p14:nvPr/>
              </p14:nvContentPartPr>
              <p14:xfrm>
                <a:off x="6072532" y="1063936"/>
                <a:ext cx="4467960" cy="831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606733B-87FA-646F-40A8-7DFF78ED326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036532" y="1028296"/>
                  <a:ext cx="4539600" cy="902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4E10851F-BC36-D97A-C1DE-A6244FF7E2EC}"/>
              </a:ext>
            </a:extLst>
          </p:cNvPr>
          <p:cNvSpPr txBox="1"/>
          <p:nvPr/>
        </p:nvSpPr>
        <p:spPr>
          <a:xfrm>
            <a:off x="6252196" y="1710510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TR" dirty="0"/>
              <a:t> + y 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84F5854-31A3-0655-1248-EE6D5A8687B9}"/>
              </a:ext>
            </a:extLst>
          </p:cNvPr>
          <p:cNvSpPr/>
          <p:nvPr/>
        </p:nvSpPr>
        <p:spPr>
          <a:xfrm>
            <a:off x="7102271" y="1717083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10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7BE8B2C-0162-63BF-E9A8-D48847A71F67}"/>
              </a:ext>
            </a:extLst>
          </p:cNvPr>
          <p:cNvSpPr txBox="1"/>
          <p:nvPr/>
        </p:nvSpPr>
        <p:spPr>
          <a:xfrm>
            <a:off x="6165206" y="4287872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TR" dirty="0"/>
              <a:t> + y 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1C8D917-4911-A02F-314C-40AFAAC7173F}"/>
              </a:ext>
            </a:extLst>
          </p:cNvPr>
          <p:cNvSpPr/>
          <p:nvPr/>
        </p:nvSpPr>
        <p:spPr>
          <a:xfrm>
            <a:off x="7015281" y="4294445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26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BCDD77B-BB1D-5316-3AB0-12123BDF1C27}"/>
              </a:ext>
            </a:extLst>
          </p:cNvPr>
          <p:cNvSpPr/>
          <p:nvPr/>
        </p:nvSpPr>
        <p:spPr>
          <a:xfrm>
            <a:off x="8588400" y="301864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36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EEBF684-D0D3-4D9D-8D1A-CBE7A4C299DD}"/>
              </a:ext>
            </a:extLst>
          </p:cNvPr>
          <p:cNvSpPr txBox="1"/>
          <p:nvPr/>
        </p:nvSpPr>
        <p:spPr>
          <a:xfrm>
            <a:off x="7663155" y="3059668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TR" dirty="0"/>
              <a:t> + y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0C0F53D-203D-70D1-9405-FD7F7478EFE7}"/>
              </a:ext>
            </a:extLst>
          </p:cNvPr>
          <p:cNvSpPr txBox="1"/>
          <p:nvPr/>
        </p:nvSpPr>
        <p:spPr>
          <a:xfrm>
            <a:off x="3048000" y="6096000"/>
            <a:ext cx="1037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1 Second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35F0DB9-1933-E367-4EB3-FCD38361100C}"/>
              </a:ext>
            </a:extLst>
          </p:cNvPr>
          <p:cNvGrpSpPr/>
          <p:nvPr/>
        </p:nvGrpSpPr>
        <p:grpSpPr>
          <a:xfrm>
            <a:off x="938572" y="2777176"/>
            <a:ext cx="10227960" cy="3867840"/>
            <a:chOff x="938572" y="2777176"/>
            <a:chExt cx="10227960" cy="38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35C8F0D-8ECB-082F-F346-0C33005829B6}"/>
                    </a:ext>
                  </a:extLst>
                </p14:cNvPr>
                <p14:cNvContentPartPr/>
                <p14:nvPr/>
              </p14:nvContentPartPr>
              <p14:xfrm>
                <a:off x="938572" y="4413016"/>
                <a:ext cx="4835520" cy="1517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35C8F0D-8ECB-082F-F346-0C33005829B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2932" y="4377016"/>
                  <a:ext cx="4907160" cy="15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034C917-EE4B-33E1-A670-10B8C8D19D0E}"/>
                    </a:ext>
                  </a:extLst>
                </p14:cNvPr>
                <p14:cNvContentPartPr/>
                <p14:nvPr/>
              </p14:nvContentPartPr>
              <p14:xfrm>
                <a:off x="5799292" y="2884096"/>
                <a:ext cx="5221800" cy="2449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034C917-EE4B-33E1-A670-10B8C8D19D0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763292" y="2848096"/>
                  <a:ext cx="5293440" cy="25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7D7AE43-15B3-A922-0EE3-746B92D56795}"/>
                    </a:ext>
                  </a:extLst>
                </p14:cNvPr>
                <p14:cNvContentPartPr/>
                <p14:nvPr/>
              </p14:nvContentPartPr>
              <p14:xfrm>
                <a:off x="10955212" y="2777176"/>
                <a:ext cx="211320" cy="233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7D7AE43-15B3-A922-0EE3-746B92D567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919572" y="2741176"/>
                  <a:ext cx="2829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BCE6E1F-4038-1F5D-53F5-175B394504CC}"/>
                    </a:ext>
                  </a:extLst>
                </p14:cNvPr>
                <p14:cNvContentPartPr/>
                <p14:nvPr/>
              </p14:nvContentPartPr>
              <p14:xfrm>
                <a:off x="1501612" y="6326416"/>
                <a:ext cx="3136320" cy="318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BCE6E1F-4038-1F5D-53F5-175B394504C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465612" y="6290416"/>
                  <a:ext cx="32079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C3B1C9B-7601-899F-77F5-89DE418F350A}"/>
                    </a:ext>
                  </a:extLst>
                </p14:cNvPr>
                <p14:cNvContentPartPr/>
                <p14:nvPr/>
              </p14:nvContentPartPr>
              <p14:xfrm>
                <a:off x="4430572" y="6391576"/>
                <a:ext cx="432720" cy="196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C3B1C9B-7601-899F-77F5-89DE418F350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94572" y="6355576"/>
                  <a:ext cx="5043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72E5465-2505-73DB-20A7-F5A19A566C37}"/>
                    </a:ext>
                  </a:extLst>
                </p14:cNvPr>
                <p14:cNvContentPartPr/>
                <p14:nvPr/>
              </p14:nvContentPartPr>
              <p14:xfrm>
                <a:off x="5603092" y="5750776"/>
                <a:ext cx="2064960" cy="763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72E5465-2505-73DB-20A7-F5A19A566C3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567092" y="5714776"/>
                  <a:ext cx="213660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FC2955B-131B-EF39-B626-C2776AC4D320}"/>
                    </a:ext>
                  </a:extLst>
                </p14:cNvPr>
                <p14:cNvContentPartPr/>
                <p14:nvPr/>
              </p14:nvContentPartPr>
              <p14:xfrm>
                <a:off x="7680652" y="5590936"/>
                <a:ext cx="1531080" cy="794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FC2955B-131B-EF39-B626-C2776AC4D32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44652" y="5555296"/>
                  <a:ext cx="1602720" cy="86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58327E1-1147-717C-24D7-4DD131629D98}"/>
                  </a:ext>
                </a:extLst>
              </p14:cNvPr>
              <p14:cNvContentPartPr/>
              <p14:nvPr/>
            </p14:nvContentPartPr>
            <p14:xfrm>
              <a:off x="10391092" y="6042736"/>
              <a:ext cx="360" cy="3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58327E1-1147-717C-24D7-4DD131629D9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355092" y="6007096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42" name="TextBox 141">
            <a:extLst>
              <a:ext uri="{FF2B5EF4-FFF2-40B4-BE49-F238E27FC236}">
                <a16:creationId xmlns:a16="http://schemas.microsoft.com/office/drawing/2014/main" id="{3E97C360-06B8-09F7-7CC9-39F0F429AA16}"/>
              </a:ext>
            </a:extLst>
          </p:cNvPr>
          <p:cNvSpPr txBox="1"/>
          <p:nvPr/>
        </p:nvSpPr>
        <p:spPr>
          <a:xfrm>
            <a:off x="10422568" y="5406270"/>
            <a:ext cx="112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3 Seconds</a:t>
            </a:r>
          </a:p>
        </p:txBody>
      </p:sp>
    </p:spTree>
    <p:extLst>
      <p:ext uri="{BB962C8B-B14F-4D97-AF65-F5344CB8AC3E}">
        <p14:creationId xmlns:p14="http://schemas.microsoft.com/office/powerpoint/2010/main" val="3625675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5BC1E8-63F8-C817-9C03-974EBDD499F5}"/>
              </a:ext>
            </a:extLst>
          </p:cNvPr>
          <p:cNvSpPr/>
          <p:nvPr/>
        </p:nvSpPr>
        <p:spPr>
          <a:xfrm>
            <a:off x="1080655" y="126538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BE132-9DBB-B88A-C12F-8309ADD3657D}"/>
              </a:ext>
            </a:extLst>
          </p:cNvPr>
          <p:cNvSpPr/>
          <p:nvPr/>
        </p:nvSpPr>
        <p:spPr>
          <a:xfrm>
            <a:off x="1080655" y="169949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9658C-2592-4E30-1C0D-DB72A84CA89D}"/>
              </a:ext>
            </a:extLst>
          </p:cNvPr>
          <p:cNvSpPr/>
          <p:nvPr/>
        </p:nvSpPr>
        <p:spPr>
          <a:xfrm>
            <a:off x="1080655" y="213360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A2BF1-7C2E-AE4C-A2CA-5A1DC0A3807E}"/>
              </a:ext>
            </a:extLst>
          </p:cNvPr>
          <p:cNvSpPr/>
          <p:nvPr/>
        </p:nvSpPr>
        <p:spPr>
          <a:xfrm>
            <a:off x="1080655" y="256771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E91A5B-91D1-B1DB-5DA7-BB8132488502}"/>
              </a:ext>
            </a:extLst>
          </p:cNvPr>
          <p:cNvSpPr/>
          <p:nvPr/>
        </p:nvSpPr>
        <p:spPr>
          <a:xfrm>
            <a:off x="1080655" y="300182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236CEF-DC77-BF15-E320-302C57F34E64}"/>
              </a:ext>
            </a:extLst>
          </p:cNvPr>
          <p:cNvSpPr/>
          <p:nvPr/>
        </p:nvSpPr>
        <p:spPr>
          <a:xfrm>
            <a:off x="1080655" y="343593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61FE42-4175-D816-5D1B-9CFE1275D5DC}"/>
              </a:ext>
            </a:extLst>
          </p:cNvPr>
          <p:cNvSpPr/>
          <p:nvPr/>
        </p:nvSpPr>
        <p:spPr>
          <a:xfrm>
            <a:off x="1080655" y="387004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B2CCFA-8C43-33F2-4D2B-B98A27631C5A}"/>
              </a:ext>
            </a:extLst>
          </p:cNvPr>
          <p:cNvSpPr/>
          <p:nvPr/>
        </p:nvSpPr>
        <p:spPr>
          <a:xfrm>
            <a:off x="1080655" y="430415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840485-6929-1FCA-1966-5260264F2A6A}"/>
              </a:ext>
            </a:extLst>
          </p:cNvPr>
          <p:cNvSpPr/>
          <p:nvPr/>
        </p:nvSpPr>
        <p:spPr>
          <a:xfrm>
            <a:off x="8737600" y="83127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94A121-9A71-3E1C-E1BA-42B557E28FB2}"/>
              </a:ext>
            </a:extLst>
          </p:cNvPr>
          <p:cNvSpPr/>
          <p:nvPr/>
        </p:nvSpPr>
        <p:spPr>
          <a:xfrm>
            <a:off x="8737600" y="126538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F24CBA-2A89-1B0E-64F2-2093A0F578E4}"/>
              </a:ext>
            </a:extLst>
          </p:cNvPr>
          <p:cNvSpPr/>
          <p:nvPr/>
        </p:nvSpPr>
        <p:spPr>
          <a:xfrm>
            <a:off x="8737600" y="213360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6C4CE1-1F15-5FC3-6E3B-B5DF41AD65E6}"/>
              </a:ext>
            </a:extLst>
          </p:cNvPr>
          <p:cNvSpPr/>
          <p:nvPr/>
        </p:nvSpPr>
        <p:spPr>
          <a:xfrm>
            <a:off x="8737600" y="2567711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03B00D-C39B-EF91-B1D4-EEF1FE2045AA}"/>
              </a:ext>
            </a:extLst>
          </p:cNvPr>
          <p:cNvSpPr/>
          <p:nvPr/>
        </p:nvSpPr>
        <p:spPr>
          <a:xfrm>
            <a:off x="8737600" y="3398977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1A72C9-CAAD-0000-B4DE-09747C67321B}"/>
              </a:ext>
            </a:extLst>
          </p:cNvPr>
          <p:cNvSpPr/>
          <p:nvPr/>
        </p:nvSpPr>
        <p:spPr>
          <a:xfrm>
            <a:off x="8737600" y="3833087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F3DB8B-2DE8-6B51-3417-E98FFCF163CF}"/>
              </a:ext>
            </a:extLst>
          </p:cNvPr>
          <p:cNvSpPr/>
          <p:nvPr/>
        </p:nvSpPr>
        <p:spPr>
          <a:xfrm>
            <a:off x="8737600" y="4701307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D7961E-808C-B02C-7CD9-6DA4805F827C}"/>
              </a:ext>
            </a:extLst>
          </p:cNvPr>
          <p:cNvSpPr/>
          <p:nvPr/>
        </p:nvSpPr>
        <p:spPr>
          <a:xfrm>
            <a:off x="8737600" y="5135417"/>
            <a:ext cx="979055" cy="434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1A4356-E7BC-3C96-EA86-FC94DC7CBECF}"/>
              </a:ext>
            </a:extLst>
          </p:cNvPr>
          <p:cNvSpPr txBox="1"/>
          <p:nvPr/>
        </p:nvSpPr>
        <p:spPr>
          <a:xfrm>
            <a:off x="8866909" y="24938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RDD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4AE10B-5141-3CCA-A532-EB8749C3C11B}"/>
              </a:ext>
            </a:extLst>
          </p:cNvPr>
          <p:cNvSpPr txBox="1"/>
          <p:nvPr/>
        </p:nvSpPr>
        <p:spPr>
          <a:xfrm>
            <a:off x="1293091" y="434109"/>
            <a:ext cx="1162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List , Array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7CE1277-9284-82AB-B87E-C2D4A1367CA1}"/>
              </a:ext>
            </a:extLst>
          </p:cNvPr>
          <p:cNvGrpSpPr/>
          <p:nvPr/>
        </p:nvGrpSpPr>
        <p:grpSpPr>
          <a:xfrm>
            <a:off x="2598542" y="358524"/>
            <a:ext cx="5794200" cy="1162800"/>
            <a:chOff x="2598542" y="358524"/>
            <a:chExt cx="5794200" cy="11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82088A3-313E-2B08-B777-56138966874B}"/>
                    </a:ext>
                  </a:extLst>
                </p14:cNvPr>
                <p14:cNvContentPartPr/>
                <p14:nvPr/>
              </p14:nvContentPartPr>
              <p14:xfrm>
                <a:off x="2598542" y="358524"/>
                <a:ext cx="5702040" cy="1162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82088A3-313E-2B08-B777-5613896687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62542" y="322884"/>
                  <a:ext cx="5773680" cy="12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77115E-B2D7-316E-CAA4-89E49B3ADF0C}"/>
                    </a:ext>
                  </a:extLst>
                </p14:cNvPr>
                <p14:cNvContentPartPr/>
                <p14:nvPr/>
              </p14:nvContentPartPr>
              <p14:xfrm>
                <a:off x="8245502" y="489924"/>
                <a:ext cx="147240" cy="313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77115E-B2D7-316E-CAA4-89E49B3ADF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09862" y="454284"/>
                  <a:ext cx="218880" cy="385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E3602074-1AAB-FD8B-53AD-A8C04B1FC009}"/>
              </a:ext>
            </a:extLst>
          </p:cNvPr>
          <p:cNvSpPr txBox="1"/>
          <p:nvPr/>
        </p:nvSpPr>
        <p:spPr>
          <a:xfrm>
            <a:off x="4027054" y="1297770"/>
            <a:ext cx="368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TR" dirty="0"/>
              <a:t>dd = sparkContext.parallelize (array)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1C0BEDC-27A3-CD98-433D-B46549DC0EB3}"/>
              </a:ext>
            </a:extLst>
          </p:cNvPr>
          <p:cNvGrpSpPr/>
          <p:nvPr/>
        </p:nvGrpSpPr>
        <p:grpSpPr>
          <a:xfrm>
            <a:off x="2266262" y="4532004"/>
            <a:ext cx="5733000" cy="1017720"/>
            <a:chOff x="2266262" y="4532004"/>
            <a:chExt cx="5733000" cy="101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4850EE5-0FDA-2752-05DF-6E75F1CDAC1C}"/>
                    </a:ext>
                  </a:extLst>
                </p14:cNvPr>
                <p14:cNvContentPartPr/>
                <p14:nvPr/>
              </p14:nvContentPartPr>
              <p14:xfrm>
                <a:off x="2347262" y="4613004"/>
                <a:ext cx="5652000" cy="936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4850EE5-0FDA-2752-05DF-6E75F1CDAC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11622" y="4577004"/>
                  <a:ext cx="5723640" cy="10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4A22ED0-CDCA-1D04-BA98-CF35BC514B56}"/>
                    </a:ext>
                  </a:extLst>
                </p14:cNvPr>
                <p14:cNvContentPartPr/>
                <p14:nvPr/>
              </p14:nvContentPartPr>
              <p14:xfrm>
                <a:off x="2266262" y="4532004"/>
                <a:ext cx="345240" cy="395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4A22ED0-CDCA-1D04-BA98-CF35BC514B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30622" y="4496004"/>
                  <a:ext cx="416880" cy="466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4D27D85-9228-FE9C-A3AA-4855EA9EFB08}"/>
              </a:ext>
            </a:extLst>
          </p:cNvPr>
          <p:cNvSpPr txBox="1"/>
          <p:nvPr/>
        </p:nvSpPr>
        <p:spPr>
          <a:xfrm>
            <a:off x="4359563" y="4983140"/>
            <a:ext cx="2145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array = r</a:t>
            </a:r>
            <a:r>
              <a:rPr lang="en-TR" dirty="0"/>
              <a:t>dd.collect()</a:t>
            </a:r>
          </a:p>
          <a:p>
            <a:r>
              <a:rPr lang="en-US" dirty="0"/>
              <a:t>array = r</a:t>
            </a:r>
            <a:r>
              <a:rPr lang="en-TR" dirty="0"/>
              <a:t>dd.take(100)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95F0F7-8F93-05CA-AD1E-9FBADBB6A790}"/>
              </a:ext>
            </a:extLst>
          </p:cNvPr>
          <p:cNvSpPr txBox="1"/>
          <p:nvPr/>
        </p:nvSpPr>
        <p:spPr>
          <a:xfrm>
            <a:off x="7195127" y="5966691"/>
            <a:ext cx="763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TR" dirty="0"/>
              <a:t>dd[2]</a:t>
            </a:r>
          </a:p>
        </p:txBody>
      </p:sp>
    </p:spTree>
    <p:extLst>
      <p:ext uri="{BB962C8B-B14F-4D97-AF65-F5344CB8AC3E}">
        <p14:creationId xmlns:p14="http://schemas.microsoft.com/office/powerpoint/2010/main" val="55878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00CA96-AF7B-6817-124C-9647A7B92385}"/>
              </a:ext>
            </a:extLst>
          </p:cNvPr>
          <p:cNvSpPr/>
          <p:nvPr/>
        </p:nvSpPr>
        <p:spPr>
          <a:xfrm>
            <a:off x="1136073" y="2632364"/>
            <a:ext cx="10178472" cy="294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23C6B-C02D-4004-F3C3-05458C619EB4}"/>
              </a:ext>
            </a:extLst>
          </p:cNvPr>
          <p:cNvSpPr txBox="1"/>
          <p:nvPr/>
        </p:nvSpPr>
        <p:spPr>
          <a:xfrm>
            <a:off x="5541818" y="5781963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Hadoop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7CAA4-7B8B-FFFC-3164-6CA5687B5777}"/>
              </a:ext>
            </a:extLst>
          </p:cNvPr>
          <p:cNvSpPr/>
          <p:nvPr/>
        </p:nvSpPr>
        <p:spPr>
          <a:xfrm>
            <a:off x="2161310" y="3429000"/>
            <a:ext cx="3149600" cy="119610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HDFS</a:t>
            </a:r>
          </a:p>
          <a:p>
            <a:pPr algn="ctr"/>
            <a:r>
              <a:rPr lang="en-TR" dirty="0"/>
              <a:t>(Storage)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D88BDC-3525-2A0B-E011-E8D25C2DFB70}"/>
              </a:ext>
            </a:extLst>
          </p:cNvPr>
          <p:cNvSpPr/>
          <p:nvPr/>
        </p:nvSpPr>
        <p:spPr>
          <a:xfrm>
            <a:off x="7024256" y="3429000"/>
            <a:ext cx="3149600" cy="119610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MapReduce</a:t>
            </a:r>
          </a:p>
          <a:p>
            <a:pPr algn="ctr"/>
            <a:r>
              <a:rPr lang="en-TR" dirty="0"/>
              <a:t>(Processing)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21617D-852D-356B-6D9C-E0AF76EEAADA}"/>
              </a:ext>
            </a:extLst>
          </p:cNvPr>
          <p:cNvSpPr/>
          <p:nvPr/>
        </p:nvSpPr>
        <p:spPr>
          <a:xfrm>
            <a:off x="6468675" y="4261428"/>
            <a:ext cx="3149600" cy="119610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Apache Spark</a:t>
            </a:r>
          </a:p>
          <a:p>
            <a:pPr algn="ctr"/>
            <a:r>
              <a:rPr lang="en-TR" dirty="0"/>
              <a:t>(Parallel Big Data Processing Framework)</a:t>
            </a:r>
          </a:p>
        </p:txBody>
      </p:sp>
    </p:spTree>
    <p:extLst>
      <p:ext uri="{BB962C8B-B14F-4D97-AF65-F5344CB8AC3E}">
        <p14:creationId xmlns:p14="http://schemas.microsoft.com/office/powerpoint/2010/main" val="3069217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33B1DF-E150-D5B6-8C06-05526FA2B85D}"/>
              </a:ext>
            </a:extLst>
          </p:cNvPr>
          <p:cNvSpPr/>
          <p:nvPr/>
        </p:nvSpPr>
        <p:spPr>
          <a:xfrm>
            <a:off x="1607127" y="2567709"/>
            <a:ext cx="2992582" cy="1403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Hadoop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63BD1-2B32-C3A0-B02E-E0EA5275D3FD}"/>
              </a:ext>
            </a:extLst>
          </p:cNvPr>
          <p:cNvSpPr/>
          <p:nvPr/>
        </p:nvSpPr>
        <p:spPr>
          <a:xfrm>
            <a:off x="7292109" y="2567708"/>
            <a:ext cx="2992582" cy="1403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Spark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E7745-7D3D-DFE1-3CF9-CEE97D1D9A28}"/>
              </a:ext>
            </a:extLst>
          </p:cNvPr>
          <p:cNvSpPr txBox="1"/>
          <p:nvPr/>
        </p:nvSpPr>
        <p:spPr>
          <a:xfrm>
            <a:off x="2179782" y="1930400"/>
            <a:ext cx="1384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Data Storage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5ACFA-5231-A663-D37C-8AACE3A1AAC2}"/>
              </a:ext>
            </a:extLst>
          </p:cNvPr>
          <p:cNvSpPr txBox="1"/>
          <p:nvPr/>
        </p:nvSpPr>
        <p:spPr>
          <a:xfrm>
            <a:off x="7989454" y="1644378"/>
            <a:ext cx="1864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R" dirty="0"/>
              <a:t>Data Processing</a:t>
            </a:r>
          </a:p>
          <a:p>
            <a:pPr algn="ctr"/>
            <a:r>
              <a:rPr lang="en-TR" dirty="0"/>
              <a:t>&amp;</a:t>
            </a:r>
          </a:p>
          <a:p>
            <a:pPr algn="ctr"/>
            <a:r>
              <a:rPr lang="en-TR" dirty="0"/>
              <a:t>M</a:t>
            </a:r>
            <a:r>
              <a:rPr lang="en-US" dirty="0"/>
              <a:t>a</a:t>
            </a:r>
            <a:r>
              <a:rPr lang="en-TR" dirty="0"/>
              <a:t>chine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3D945-1ECF-8052-219F-49930A191CF6}"/>
              </a:ext>
            </a:extLst>
          </p:cNvPr>
          <p:cNvSpPr txBox="1"/>
          <p:nvPr/>
        </p:nvSpPr>
        <p:spPr>
          <a:xfrm>
            <a:off x="5209309" y="535709"/>
            <a:ext cx="1388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2800" dirty="0"/>
              <a:t>Big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449DCC-9158-E93F-FCD5-A53DC6BF8562}"/>
              </a:ext>
            </a:extLst>
          </p:cNvPr>
          <p:cNvSpPr txBox="1"/>
          <p:nvPr/>
        </p:nvSpPr>
        <p:spPr>
          <a:xfrm>
            <a:off x="5763491" y="333432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268168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E61E61-F184-F4DB-4DDD-6373AE7EFC11}"/>
              </a:ext>
            </a:extLst>
          </p:cNvPr>
          <p:cNvSpPr/>
          <p:nvPr/>
        </p:nvSpPr>
        <p:spPr>
          <a:xfrm>
            <a:off x="4664364" y="942109"/>
            <a:ext cx="2909454" cy="1163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Spark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BFD72A-02AE-4CED-C220-5B6BF4CA0FA3}"/>
              </a:ext>
            </a:extLst>
          </p:cNvPr>
          <p:cNvSpPr/>
          <p:nvPr/>
        </p:nvSpPr>
        <p:spPr>
          <a:xfrm>
            <a:off x="595746" y="3292764"/>
            <a:ext cx="1962726" cy="1163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Spark Core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5B90A1-1473-0B5B-F19D-7EA9387CE20B}"/>
              </a:ext>
            </a:extLst>
          </p:cNvPr>
          <p:cNvSpPr/>
          <p:nvPr/>
        </p:nvSpPr>
        <p:spPr>
          <a:xfrm>
            <a:off x="2872509" y="3292764"/>
            <a:ext cx="1962726" cy="1163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Spark SQL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EB0C8D-C365-FD2F-AE49-8A741C2D0647}"/>
              </a:ext>
            </a:extLst>
          </p:cNvPr>
          <p:cNvSpPr/>
          <p:nvPr/>
        </p:nvSpPr>
        <p:spPr>
          <a:xfrm>
            <a:off x="5149272" y="3334328"/>
            <a:ext cx="1962726" cy="1163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Spark ML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E8EB4-FA81-408B-5CFA-DAF004A39E66}"/>
              </a:ext>
            </a:extLst>
          </p:cNvPr>
          <p:cNvSpPr/>
          <p:nvPr/>
        </p:nvSpPr>
        <p:spPr>
          <a:xfrm>
            <a:off x="7426035" y="3334328"/>
            <a:ext cx="1962726" cy="1163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Spark Streaming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F75D58-E8FE-7876-8C76-797ED5265B8D}"/>
              </a:ext>
            </a:extLst>
          </p:cNvPr>
          <p:cNvSpPr/>
          <p:nvPr/>
        </p:nvSpPr>
        <p:spPr>
          <a:xfrm>
            <a:off x="9776689" y="4964546"/>
            <a:ext cx="1962726" cy="1163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GraphX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B475CE9-0718-DEBB-267B-2AE4E0A087E1}"/>
                  </a:ext>
                </a:extLst>
              </p14:cNvPr>
              <p14:cNvContentPartPr/>
              <p14:nvPr/>
            </p14:nvContentPartPr>
            <p14:xfrm>
              <a:off x="1720487" y="2064924"/>
              <a:ext cx="2432520" cy="90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B475CE9-0718-DEBB-267B-2AE4E0A087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4847" y="2029284"/>
                <a:ext cx="2504160" cy="9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AD90A9B-A493-ED23-74E8-353218284DC6}"/>
                  </a:ext>
                </a:extLst>
              </p14:cNvPr>
              <p14:cNvContentPartPr/>
              <p14:nvPr/>
            </p14:nvContentPartPr>
            <p14:xfrm>
              <a:off x="3989207" y="2265444"/>
              <a:ext cx="1027080" cy="716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AD90A9B-A493-ED23-74E8-353218284D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53567" y="2229804"/>
                <a:ext cx="1098720" cy="78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48D76AD-28EB-0643-5EB7-D40954BE3EE7}"/>
              </a:ext>
            </a:extLst>
          </p:cNvPr>
          <p:cNvGrpSpPr/>
          <p:nvPr/>
        </p:nvGrpSpPr>
        <p:grpSpPr>
          <a:xfrm>
            <a:off x="5528207" y="2323044"/>
            <a:ext cx="254160" cy="704880"/>
            <a:chOff x="5528207" y="2323044"/>
            <a:chExt cx="254160" cy="7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724B75-5C78-5F51-2C37-294EBE6C53BA}"/>
                    </a:ext>
                  </a:extLst>
                </p14:cNvPr>
                <p14:cNvContentPartPr/>
                <p14:nvPr/>
              </p14:nvContentPartPr>
              <p14:xfrm>
                <a:off x="5763647" y="2323044"/>
                <a:ext cx="18720" cy="704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724B75-5C78-5F51-2C37-294EBE6C53B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27647" y="2287044"/>
                  <a:ext cx="90360" cy="77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3600BA0-37A9-056E-C828-8AA83CF2475E}"/>
                    </a:ext>
                  </a:extLst>
                </p14:cNvPr>
                <p14:cNvContentPartPr/>
                <p14:nvPr/>
              </p14:nvContentPartPr>
              <p14:xfrm>
                <a:off x="5528207" y="2855124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3600BA0-37A9-056E-C828-8AA83CF247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92207" y="281948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2318A20-BA19-B354-1DA1-DA3C3C68508E}"/>
                  </a:ext>
                </a:extLst>
              </p14:cNvPr>
              <p14:cNvContentPartPr/>
              <p14:nvPr/>
            </p14:nvContentPartPr>
            <p14:xfrm>
              <a:off x="6920687" y="2276244"/>
              <a:ext cx="1143000" cy="843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2318A20-BA19-B354-1DA1-DA3C3C68508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84687" y="2240244"/>
                <a:ext cx="1214640" cy="9151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AB178EB-472F-935B-C28E-244ED6E23D72}"/>
              </a:ext>
            </a:extLst>
          </p:cNvPr>
          <p:cNvSpPr txBox="1"/>
          <p:nvPr/>
        </p:nvSpPr>
        <p:spPr>
          <a:xfrm>
            <a:off x="1154545" y="4821382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RDDs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A9CE2-FECE-192B-CA32-4F82A01EE106}"/>
              </a:ext>
            </a:extLst>
          </p:cNvPr>
          <p:cNvSpPr txBox="1"/>
          <p:nvPr/>
        </p:nvSpPr>
        <p:spPr>
          <a:xfrm>
            <a:off x="2872509" y="4895273"/>
            <a:ext cx="1923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DataFrames &amp; 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251D8-13D8-419E-51B1-16EF1C2BEFE1}"/>
              </a:ext>
            </a:extLst>
          </p:cNvPr>
          <p:cNvSpPr txBox="1"/>
          <p:nvPr/>
        </p:nvSpPr>
        <p:spPr>
          <a:xfrm>
            <a:off x="5186298" y="4939948"/>
            <a:ext cx="191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Machine L</a:t>
            </a:r>
            <a:r>
              <a:rPr lang="en-US" dirty="0"/>
              <a:t>e</a:t>
            </a:r>
            <a:r>
              <a:rPr lang="en-TR" dirty="0"/>
              <a:t>arning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ACDE90-9D93-140E-B004-B67956E1C06A}"/>
              </a:ext>
            </a:extLst>
          </p:cNvPr>
          <p:cNvSpPr txBox="1"/>
          <p:nvPr/>
        </p:nvSpPr>
        <p:spPr>
          <a:xfrm>
            <a:off x="7841673" y="4969164"/>
            <a:ext cx="94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Streams</a:t>
            </a:r>
          </a:p>
        </p:txBody>
      </p:sp>
    </p:spTree>
    <p:extLst>
      <p:ext uri="{BB962C8B-B14F-4D97-AF65-F5344CB8AC3E}">
        <p14:creationId xmlns:p14="http://schemas.microsoft.com/office/powerpoint/2010/main" val="710699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6E1E22-895D-83F6-476C-68120C388A93}"/>
              </a:ext>
            </a:extLst>
          </p:cNvPr>
          <p:cNvSpPr txBox="1"/>
          <p:nvPr/>
        </p:nvSpPr>
        <p:spPr>
          <a:xfrm>
            <a:off x="4285673" y="544945"/>
            <a:ext cx="2852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3200" dirty="0"/>
              <a:t>RDD Operations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761426-3F33-482B-1D7F-6F54ED2669C6}"/>
              </a:ext>
            </a:extLst>
          </p:cNvPr>
          <p:cNvSpPr/>
          <p:nvPr/>
        </p:nvSpPr>
        <p:spPr>
          <a:xfrm>
            <a:off x="4285673" y="1805709"/>
            <a:ext cx="3121891" cy="1394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Transformation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8B784-95D1-931A-5D16-660F65448B59}"/>
              </a:ext>
            </a:extLst>
          </p:cNvPr>
          <p:cNvSpPr txBox="1"/>
          <p:nvPr/>
        </p:nvSpPr>
        <p:spPr>
          <a:xfrm>
            <a:off x="1330036" y="2521527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RDD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E6FF816-175D-23ED-B59E-8E4C9ADD5F8E}"/>
              </a:ext>
            </a:extLst>
          </p:cNvPr>
          <p:cNvSpPr/>
          <p:nvPr/>
        </p:nvSpPr>
        <p:spPr>
          <a:xfrm>
            <a:off x="2309090" y="2512290"/>
            <a:ext cx="1403927" cy="3878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CD8DFBEA-5224-9211-83B9-4029AD6F3B13}"/>
              </a:ext>
            </a:extLst>
          </p:cNvPr>
          <p:cNvSpPr/>
          <p:nvPr/>
        </p:nvSpPr>
        <p:spPr>
          <a:xfrm>
            <a:off x="7980220" y="2382919"/>
            <a:ext cx="1403927" cy="3878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04D15-DA7B-BEB1-FFBB-3901A77017B4}"/>
              </a:ext>
            </a:extLst>
          </p:cNvPr>
          <p:cNvSpPr txBox="1"/>
          <p:nvPr/>
        </p:nvSpPr>
        <p:spPr>
          <a:xfrm>
            <a:off x="10049164" y="254000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RDD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72E5DE-EEA7-2E52-2DCE-9825E7A7DB59}"/>
              </a:ext>
            </a:extLst>
          </p:cNvPr>
          <p:cNvSpPr/>
          <p:nvPr/>
        </p:nvSpPr>
        <p:spPr>
          <a:xfrm>
            <a:off x="4105564" y="4294909"/>
            <a:ext cx="3121891" cy="1394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Action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9BF537-A4B2-7BA7-A446-267111600402}"/>
              </a:ext>
            </a:extLst>
          </p:cNvPr>
          <p:cNvSpPr txBox="1"/>
          <p:nvPr/>
        </p:nvSpPr>
        <p:spPr>
          <a:xfrm>
            <a:off x="1149927" y="5010727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RDD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1423BB7A-5F34-7E7F-B446-7072EBD6E8DA}"/>
              </a:ext>
            </a:extLst>
          </p:cNvPr>
          <p:cNvSpPr/>
          <p:nvPr/>
        </p:nvSpPr>
        <p:spPr>
          <a:xfrm>
            <a:off x="2128981" y="5001490"/>
            <a:ext cx="1403927" cy="3878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C2088EEB-1CCF-6EBB-4F0F-3451EBC98526}"/>
              </a:ext>
            </a:extLst>
          </p:cNvPr>
          <p:cNvSpPr/>
          <p:nvPr/>
        </p:nvSpPr>
        <p:spPr>
          <a:xfrm>
            <a:off x="7800111" y="4872119"/>
            <a:ext cx="1403927" cy="3878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B03CAE-BADB-3F18-BC0A-D36FE2BE97B6}"/>
              </a:ext>
            </a:extLst>
          </p:cNvPr>
          <p:cNvSpPr txBox="1"/>
          <p:nvPr/>
        </p:nvSpPr>
        <p:spPr>
          <a:xfrm>
            <a:off x="9869055" y="50292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TR"/>
              <a:t>on-RDD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761936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231</Words>
  <Application>Microsoft Macintosh PowerPoint</Application>
  <PresentationFormat>Widescreen</PresentationFormat>
  <Paragraphs>125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Ahmet Demirelli</dc:creator>
  <cp:lastModifiedBy>Ahmet Demirelli</cp:lastModifiedBy>
  <cp:revision>14</cp:revision>
  <dcterms:created xsi:type="dcterms:W3CDTF">2023-10-06T11:51:40Z</dcterms:created>
  <dcterms:modified xsi:type="dcterms:W3CDTF">2025-02-26T17:37:54Z</dcterms:modified>
</cp:coreProperties>
</file>